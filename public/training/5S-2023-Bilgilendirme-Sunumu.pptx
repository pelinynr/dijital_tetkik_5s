
<file path=[Content_Types].xml><?xml version="1.0" encoding="utf-8"?>
<Types xmlns="http://schemas.openxmlformats.org/package/2006/content-types">
  <Default Extension="emf" ContentType="image/x-emf"/>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1.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3"/>
  </p:notesMasterIdLst>
  <p:handoutMasterIdLst>
    <p:handoutMasterId r:id="rId24"/>
  </p:handoutMasterIdLst>
  <p:sldIdLst>
    <p:sldId id="257" r:id="rId5"/>
    <p:sldId id="1458" r:id="rId6"/>
    <p:sldId id="1490" r:id="rId7"/>
    <p:sldId id="1491" r:id="rId8"/>
    <p:sldId id="1463" r:id="rId9"/>
    <p:sldId id="1494" r:id="rId10"/>
    <p:sldId id="1499" r:id="rId11"/>
    <p:sldId id="1522" r:id="rId12"/>
    <p:sldId id="1486" r:id="rId13"/>
    <p:sldId id="1523" r:id="rId14"/>
    <p:sldId id="1524" r:id="rId15"/>
    <p:sldId id="1487" r:id="rId16"/>
    <p:sldId id="1514" r:id="rId17"/>
    <p:sldId id="1516" r:id="rId18"/>
    <p:sldId id="1515" r:id="rId19"/>
    <p:sldId id="1518" r:id="rId20"/>
    <p:sldId id="1526" r:id="rId21"/>
    <p:sldId id="1511" r:id="rId22"/>
  </p:sldIdLst>
  <p:sldSz cx="12192000" cy="6858000"/>
  <p:notesSz cx="6808788" cy="9940925"/>
  <p:defaultText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Tamer Adanır [Erdemir]" initials="TA[" lastIdx="1" clrIdx="0">
    <p:extLst>
      <p:ext uri="{19B8F6BF-5375-455C-9EA6-DF929625EA0E}">
        <p15:presenceInfo xmlns:p15="http://schemas.microsoft.com/office/powerpoint/2012/main" userId="S-1-5-21-2936104355-358333261-900207850-5405" providerId="AD"/>
      </p:ext>
    </p:extLst>
  </p:cmAuthor>
  <p:cmAuthor id="2" name="Mehmet Aygün [Erdemir]" initials="MA[" lastIdx="0" clrIdx="1">
    <p:extLst>
      <p:ext uri="{19B8F6BF-5375-455C-9EA6-DF929625EA0E}">
        <p15:presenceInfo xmlns:p15="http://schemas.microsoft.com/office/powerpoint/2012/main" userId="S-1-5-21-2936104355-358333261-900207850-1593" providerId="AD"/>
      </p:ext>
    </p:extLst>
  </p:cmAuthor>
  <p:cmAuthor id="3" name="Figen Kaçmaz [Erdemir]" initials="FK[" lastIdx="1" clrIdx="2">
    <p:extLst>
      <p:ext uri="{19B8F6BF-5375-455C-9EA6-DF929625EA0E}">
        <p15:presenceInfo xmlns:p15="http://schemas.microsoft.com/office/powerpoint/2012/main" userId="S-1-5-21-3547791404-2599929687-698564192-1154" providerId="AD"/>
      </p:ext>
    </p:extLst>
  </p:cmAuthor>
  <p:cmAuthor id="4" name="Cenk Bayender [Erdemir]" initials="CB[" lastIdx="1" clrIdx="3">
    <p:extLst>
      <p:ext uri="{19B8F6BF-5375-455C-9EA6-DF929625EA0E}">
        <p15:presenceInfo xmlns:p15="http://schemas.microsoft.com/office/powerpoint/2012/main" userId="S-1-5-21-2936104355-358333261-900207850-24528"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1FDBA"/>
    <a:srgbClr val="02E8CD"/>
    <a:srgbClr val="9AFEF2"/>
    <a:srgbClr val="B3FC92"/>
    <a:srgbClr val="FA94F3"/>
    <a:srgbClr val="F753EB"/>
    <a:srgbClr val="927AAE"/>
    <a:srgbClr val="1184B7"/>
    <a:srgbClr val="F79D53"/>
    <a:srgbClr val="F6263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Orta Stil 2 - Vurgu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Orta Stil 2 - Vurgu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Orta Stil 2 - Vurgu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93D81CF-94F2-401A-BA57-92F5A7B2D0C5}" styleName="Orta Stil 1">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lt1"/>
          </a:solidFill>
        </a:fill>
      </a:tcStyle>
    </a:lastRow>
    <a:firstRow>
      <a:tcTxStyle b="on">
        <a:fontRef idx="minor">
          <a:scrgbClr r="0" g="0" b="0"/>
        </a:fontRef>
        <a:schemeClr val="lt1"/>
      </a:tcTxStyle>
      <a:tcStyle>
        <a:tcBdr/>
        <a:fill>
          <a:solidFill>
            <a:schemeClr val="dk1"/>
          </a:solidFill>
        </a:fill>
      </a:tcStyle>
    </a:firstRow>
  </a:tblStyle>
  <a:tblStyle styleId="{2D5ABB26-0587-4C30-8999-92F81FD0307C}" styleName="Stil Yok, Kılavuz Yok">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3B4B98B0-60AC-42C2-AFA5-B58CD77FA1E5}" styleName="Açık Stil 1 - Vurgu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5940675A-B579-460E-94D1-54222C63F5DA}" styleName="Stil Yok, Tablo Kılavuzu">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073A0DAA-6AF3-43AB-8588-CEC1D06C72B9}" styleName="Orta Stil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7E9639D4-E3E2-4D34-9284-5A2195B3D0D7}" styleName="Açık Stil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B301B821-A1FF-4177-AEE7-76D212191A09}" styleName="Orta Stil 1 - Vurgu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C89EF96-8CEA-46FF-86C4-4CE0E7609802}" styleName="Açık Stil 3 - Vurgu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1748" autoAdjust="0"/>
  </p:normalViewPr>
  <p:slideViewPr>
    <p:cSldViewPr>
      <p:cViewPr varScale="1">
        <p:scale>
          <a:sx n="64" d="100"/>
          <a:sy n="64" d="100"/>
        </p:scale>
        <p:origin x="708" y="48"/>
      </p:cViewPr>
      <p:guideLst>
        <p:guide orient="horz" pos="2160"/>
        <p:guide pos="3840"/>
      </p:guideLst>
    </p:cSldViewPr>
  </p:slideViewPr>
  <p:notesTextViewPr>
    <p:cViewPr>
      <p:scale>
        <a:sx n="1" d="1"/>
        <a:sy n="1" d="1"/>
      </p:scale>
      <p:origin x="0" y="0"/>
    </p:cViewPr>
  </p:notesTextViewPr>
  <p:notesViewPr>
    <p:cSldViewPr>
      <p:cViewPr varScale="1">
        <p:scale>
          <a:sx n="62" d="100"/>
          <a:sy n="62" d="100"/>
        </p:scale>
        <p:origin x="3226" y="4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presProps" Target="pres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commentAuthors" Target="commen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5">
  <dgm:title val=""/>
  <dgm:desc val=""/>
  <dgm:catLst>
    <dgm:cat type="accent1" pri="11500"/>
  </dgm:catLst>
  <dgm:styleLbl name="node0">
    <dgm:fillClrLst meth="cycle">
      <a:schemeClr val="accent1">
        <a:alpha val="80000"/>
      </a:schemeClr>
    </dgm:fillClrLst>
    <dgm:linClrLst meth="repeat">
      <a:schemeClr val="lt1"/>
    </dgm:linClrLst>
    <dgm:effectClrLst/>
    <dgm:txLinClrLst/>
    <dgm:txFillClrLst/>
    <dgm:txEffectClrLst/>
  </dgm:styleLbl>
  <dgm:styleLbl name="node1">
    <dgm:fillClrLst>
      <a:schemeClr val="accent1">
        <a:alpha val="90000"/>
      </a:schemeClr>
      <a:schemeClr val="accent1">
        <a:alpha val="50000"/>
      </a:schemeClr>
    </dgm:fillClrLst>
    <dgm:linClrLst meth="repeat">
      <a:schemeClr val="lt1"/>
    </dgm:linClrLst>
    <dgm:effectClrLst/>
    <dgm:txLinClrLst/>
    <dgm:txFillClrLst/>
    <dgm:txEffectClrLst/>
  </dgm:styleLbl>
  <dgm:styleLbl name="alignNode1">
    <dgm:fillClrLst>
      <a:schemeClr val="accent1">
        <a:alpha val="90000"/>
      </a:schemeClr>
      <a:schemeClr val="accent1">
        <a:alpha val="50000"/>
      </a:schemeClr>
    </dgm:fillClrLst>
    <dgm:linClrLst>
      <a:schemeClr val="accent1">
        <a:alpha val="90000"/>
      </a:schemeClr>
      <a:schemeClr val="accent1">
        <a:alpha val="50000"/>
      </a:schemeClr>
    </dgm:linClrLst>
    <dgm:effectClrLst/>
    <dgm:txLinClrLst/>
    <dgm:txFillClrLst/>
    <dgm:txEffectClrLst/>
  </dgm:styleLbl>
  <dgm:styleLbl name="lnNode1">
    <dgm:fillClrLst>
      <a:schemeClr val="accent1">
        <a:shade val="90000"/>
      </a:schemeClr>
      <a:schemeClr val="accent1">
        <a:alpha val="50000"/>
        <a:tint val="50000"/>
      </a:schemeClr>
    </dgm:fillClrLst>
    <dgm:linClrLst meth="repeat">
      <a:schemeClr val="lt1"/>
    </dgm:linClrLst>
    <dgm:effectClrLst/>
    <dgm:txLinClrLst/>
    <dgm:txFillClrLst/>
    <dgm:txEffectClrLst/>
  </dgm:styleLbl>
  <dgm:styleLbl name="vennNode1">
    <dgm:fillClrLst>
      <a:schemeClr val="accent1">
        <a:shade val="80000"/>
        <a:alpha val="50000"/>
      </a:schemeClr>
      <a:schemeClr val="accent1">
        <a:alpha val="80000"/>
      </a:schemeClr>
    </dgm:fillClrLst>
    <dgm:linClrLst meth="repeat">
      <a:schemeClr val="lt1"/>
    </dgm:linClrLst>
    <dgm:effectClrLst/>
    <dgm:txLinClrLst/>
    <dgm:txFillClrLst/>
    <dgm:txEffectClrLst/>
  </dgm:styleLbl>
  <dgm:styleLbl name="node2">
    <dgm:fillClrLst>
      <a:schemeClr val="accent1">
        <a:alpha val="70000"/>
      </a:schemeClr>
    </dgm:fillClrLst>
    <dgm:linClrLst meth="repeat">
      <a:schemeClr val="lt1"/>
    </dgm:linClrLst>
    <dgm:effectClrLst/>
    <dgm:txLinClrLst/>
    <dgm:txFillClrLst/>
    <dgm:txEffectClrLst/>
  </dgm:styleLbl>
  <dgm:styleLbl name="node3">
    <dgm:fillClrLst>
      <a:schemeClr val="accent1">
        <a:alpha val="50000"/>
      </a:schemeClr>
    </dgm:fillClrLst>
    <dgm:linClrLst meth="repeat">
      <a:schemeClr val="lt1"/>
    </dgm:linClrLst>
    <dgm:effectClrLst/>
    <dgm:txLinClrLst/>
    <dgm:txFillClrLst/>
    <dgm:txEffectClrLst/>
  </dgm:styleLbl>
  <dgm:styleLbl name="node4">
    <dgm:fillClrLst>
      <a:schemeClr val="accent1">
        <a:alpha val="30000"/>
      </a:schemeClr>
    </dgm:fillClrLst>
    <dgm:linClrLst meth="repeat">
      <a:schemeClr val="lt1"/>
    </dgm:linClrLst>
    <dgm:effectClrLst/>
    <dgm:txLinClrLst/>
    <dgm:txFillClrLst/>
    <dgm:txEffectClrLst/>
  </dgm:styleLbl>
  <dgm:styleLbl name="fgImgPlace1">
    <dgm:fillClrLst>
      <a:schemeClr val="accent1">
        <a:tint val="50000"/>
        <a:alpha val="90000"/>
      </a:schemeClr>
      <a:schemeClr val="accent1">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1">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f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bgSibTrans2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dgm:txEffectClrLst/>
  </dgm:styleLbl>
  <dgm:styleLbl name="sibTrans1D1">
    <dgm:fillClrLst>
      <a:schemeClr val="accent1">
        <a:shade val="90000"/>
      </a:schemeClr>
      <a:schemeClr val="accent1">
        <a:tint val="50000"/>
      </a:schemeClr>
    </dgm:fillClrLst>
    <dgm:linClrLst>
      <a:schemeClr val="accent1">
        <a:shade val="90000"/>
      </a:schemeClr>
      <a:schemeClr val="accent1">
        <a:tint val="50000"/>
      </a:schemeClr>
    </dgm:linClrLst>
    <dgm:effectClrLst/>
    <dgm:txLinClrLst/>
    <dgm:txFillClrLst meth="repeat">
      <a:schemeClr val="tx1"/>
    </dgm:txFillClrLst>
    <dgm:txEffectClrLst/>
  </dgm:styleLbl>
  <dgm:styleLbl name="callout">
    <dgm:fillClrLst meth="repeat">
      <a:schemeClr val="accent1"/>
    </dgm:fillClrLst>
    <dgm:linClrLst meth="repeat">
      <a:schemeClr val="accent1"/>
    </dgm:linClrLst>
    <dgm:effectClrLst/>
    <dgm:txLinClrLst/>
    <dgm:txFillClrLst meth="repeat">
      <a:schemeClr val="tx1"/>
    </dgm:txFillClrLst>
    <dgm:txEffectClrLst/>
  </dgm:styleLbl>
  <dgm:styleLbl name="asst0">
    <dgm:fillClrLst meth="repeat">
      <a:schemeClr val="accent1">
        <a:alpha val="90000"/>
      </a:schemeClr>
    </dgm:fillClrLst>
    <dgm:linClrLst meth="repeat">
      <a:schemeClr val="lt1"/>
    </dgm:linClrLst>
    <dgm:effectClrLst/>
    <dgm:txLinClrLst/>
    <dgm:txFillClrLst/>
    <dgm:txEffectClrLst/>
  </dgm:styleLbl>
  <dgm:styleLbl name="asst1">
    <dgm:fillClrLst meth="repeat">
      <a:schemeClr val="accent1">
        <a:alpha val="90000"/>
      </a:schemeClr>
    </dgm:fillClrLst>
    <dgm:linClrLst meth="repeat">
      <a:schemeClr val="lt1"/>
    </dgm:linClrLst>
    <dgm:effectClrLst/>
    <dgm:txLinClrLst/>
    <dgm:txFillClrLst/>
    <dgm:txEffectClrLst/>
  </dgm:styleLbl>
  <dgm:styleLbl name="asst2">
    <dgm:fillClrLst>
      <a:schemeClr val="accent1">
        <a:alpha val="90000"/>
      </a:schemeClr>
    </dgm:fillClrLst>
    <dgm:linClrLst meth="repeat">
      <a:schemeClr val="lt1"/>
    </dgm:linClrLst>
    <dgm:effectClrLst/>
    <dgm:txLinClrLst/>
    <dgm:txFillClrLst/>
    <dgm:txEffectClrLst/>
  </dgm:styleLbl>
  <dgm:styleLbl name="asst3">
    <dgm:fillClrLst>
      <a:schemeClr val="accent1">
        <a:alpha val="70000"/>
      </a:schemeClr>
    </dgm:fillClrLst>
    <dgm:linClrLst meth="repeat">
      <a:schemeClr val="lt1"/>
    </dgm:linClrLst>
    <dgm:effectClrLst/>
    <dgm:txLinClrLst/>
    <dgm:txFillClrLst/>
    <dgm:txEffectClrLst/>
  </dgm:styleLbl>
  <dgm:styleLbl name="asst4">
    <dgm:fillClrLst>
      <a:schemeClr val="accent1">
        <a:alpha val="50000"/>
      </a:schemeClr>
    </dgm:fillClrLst>
    <dgm:linClrLst meth="repeat">
      <a:schemeClr val="lt1"/>
    </dgm:linClrLst>
    <dgm:effectClrLst/>
    <dgm:txLinClrLst/>
    <dgm:txFillClrLst/>
    <dgm:txEffectClrLst/>
  </dgm:styleLbl>
  <dgm:styleLbl name="parChTrans2D1">
    <dgm:fillClrLst meth="repeat">
      <a:schemeClr val="accent1">
        <a:shade val="80000"/>
      </a:schemeClr>
    </dgm:fillClrLst>
    <dgm:linClrLst meth="repeat">
      <a:schemeClr val="accent1">
        <a:shade val="80000"/>
      </a:schemeClr>
    </dgm:linClrLst>
    <dgm:effectClrLst/>
    <dgm:txLinClrLst/>
    <dgm:txFillClrLst/>
    <dgm:txEffectClrLst/>
  </dgm:styleLbl>
  <dgm:styleLbl name="parChTrans2D2">
    <dgm:fillClrLst meth="repeat">
      <a:schemeClr val="accent1">
        <a:tint val="90000"/>
      </a:schemeClr>
    </dgm:fillClrLst>
    <dgm:linClrLst meth="repeat">
      <a:schemeClr val="accent1">
        <a:tint val="90000"/>
      </a:schemeClr>
    </dgm:linClrLst>
    <dgm:effectClrLst/>
    <dgm:txLinClrLst/>
    <dgm:txFillClrLst/>
    <dgm:txEffectClrLst/>
  </dgm:styleLbl>
  <dgm:styleLbl name="parChTrans2D3">
    <dgm:fillClrLst meth="repeat">
      <a:schemeClr val="accent1">
        <a:tint val="70000"/>
      </a:schemeClr>
    </dgm:fillClrLst>
    <dgm:linClrLst meth="repeat">
      <a:schemeClr val="accent1">
        <a:tint val="70000"/>
      </a:schemeClr>
    </dgm:linClrLst>
    <dgm:effectClrLst/>
    <dgm:txLinClrLst/>
    <dgm:txFillClrLst/>
    <dgm:txEffectClrLst/>
  </dgm:styleLbl>
  <dgm:styleLbl name="parChTrans2D4">
    <dgm:fillClrLst meth="repeat">
      <a:schemeClr val="accent1">
        <a:tint val="50000"/>
      </a:schemeClr>
    </dgm:fillClrLst>
    <dgm:linClrLst meth="repeat">
      <a:schemeClr val="accent1">
        <a:tint val="50000"/>
      </a:schemeClr>
    </dgm:linClrLst>
    <dgm:effectClrLst/>
    <dgm:txLinClrLst/>
    <dgm:txFillClrLst meth="repeat">
      <a:schemeClr val="dk1"/>
    </dgm:txFillClrLst>
    <dgm:txEffectClrLst/>
  </dgm:styleLbl>
  <dgm:styleLbl name="parChTrans1D1">
    <dgm:fillClrLst meth="repeat">
      <a:schemeClr val="accent1">
        <a:shade val="80000"/>
      </a:schemeClr>
    </dgm:fillClrLst>
    <dgm:linClrLst meth="repeat">
      <a:schemeClr val="accent1">
        <a:shade val="80000"/>
      </a:schemeClr>
    </dgm:linClrLst>
    <dgm:effectClrLst/>
    <dgm:txLinClrLst/>
    <dgm:txFillClrLst meth="repeat">
      <a:schemeClr val="tx1"/>
    </dgm:txFillClrLst>
    <dgm:txEffectClrLst/>
  </dgm:styleLbl>
  <dgm:styleLbl name="parChTrans1D2">
    <dgm:fillClrLst meth="repeat">
      <a:schemeClr val="accent1">
        <a:tint val="90000"/>
      </a:schemeClr>
    </dgm:fillClrLst>
    <dgm:linClrLst meth="repeat">
      <a:schemeClr val="accent1">
        <a:tint val="90000"/>
      </a:schemeClr>
    </dgm:linClrLst>
    <dgm:effectClrLst/>
    <dgm:txLinClrLst/>
    <dgm:txFillClrLst meth="repeat">
      <a:schemeClr val="tx1"/>
    </dgm:txFillClrLst>
    <dgm:txEffectClrLst/>
  </dgm:styleLbl>
  <dgm:styleLbl name="parChTrans1D3">
    <dgm:fillClrLst meth="repeat">
      <a:schemeClr val="accent1">
        <a:tint val="70000"/>
      </a:schemeClr>
    </dgm:fillClrLst>
    <dgm:linClrLst meth="repeat">
      <a:schemeClr val="accent1">
        <a:tint val="70000"/>
      </a:schemeClr>
    </dgm:linClrLst>
    <dgm:effectClrLst/>
    <dgm:txLinClrLst/>
    <dgm:txFillClrLst meth="repeat">
      <a:schemeClr val="tx1"/>
    </dgm:txFillClrLst>
    <dgm:txEffectClrLst/>
  </dgm:styleLbl>
  <dgm:styleLbl name="parChTrans1D4">
    <dgm:fillClrLst meth="repeat">
      <a:schemeClr val="accent1">
        <a:tint val="50000"/>
      </a:schemeClr>
    </dgm:fillClrLst>
    <dgm:linClrLst meth="repeat">
      <a:schemeClr val="accent1">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1">
        <a:alpha val="90000"/>
      </a:schemeClr>
      <a:schemeClr val="accent1">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a:schemeClr val="accent1">
        <a:alpha val="90000"/>
        <a:tint val="40000"/>
      </a:schemeClr>
      <a:schemeClr val="accent1">
        <a:alpha val="5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a:tint val="50000"/>
      </a:schemeClr>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1">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2_5">
  <dgm:title val=""/>
  <dgm:desc val=""/>
  <dgm:catLst>
    <dgm:cat type="accent2" pri="11500"/>
  </dgm:catLst>
  <dgm:styleLbl name="node0">
    <dgm:fillClrLst meth="cycle">
      <a:schemeClr val="accent2">
        <a:alpha val="80000"/>
      </a:schemeClr>
    </dgm:fillClrLst>
    <dgm:linClrLst meth="repeat">
      <a:schemeClr val="lt1"/>
    </dgm:linClrLst>
    <dgm:effectClrLst/>
    <dgm:txLinClrLst/>
    <dgm:txFillClrLst/>
    <dgm:txEffectClrLst/>
  </dgm:styleLbl>
  <dgm:styleLbl name="node1">
    <dgm:fillClrLst>
      <a:schemeClr val="accent2">
        <a:alpha val="90000"/>
      </a:schemeClr>
      <a:schemeClr val="accent2">
        <a:alpha val="50000"/>
      </a:schemeClr>
    </dgm:fillClrLst>
    <dgm:linClrLst meth="repeat">
      <a:schemeClr val="lt1"/>
    </dgm:linClrLst>
    <dgm:effectClrLst/>
    <dgm:txLinClrLst/>
    <dgm:txFillClrLst/>
    <dgm:txEffectClrLst/>
  </dgm:styleLbl>
  <dgm:styleLbl name="alignNode1">
    <dgm:fillClrLst>
      <a:schemeClr val="accent2">
        <a:alpha val="90000"/>
      </a:schemeClr>
      <a:schemeClr val="accent2">
        <a:alpha val="50000"/>
      </a:schemeClr>
    </dgm:fillClrLst>
    <dgm:linClrLst>
      <a:schemeClr val="accent2">
        <a:alpha val="90000"/>
      </a:schemeClr>
      <a:schemeClr val="accent2">
        <a:alpha val="50000"/>
      </a:schemeClr>
    </dgm:linClrLst>
    <dgm:effectClrLst/>
    <dgm:txLinClrLst/>
    <dgm:txFillClrLst/>
    <dgm:txEffectClrLst/>
  </dgm:styleLbl>
  <dgm:styleLbl name="lnNode1">
    <dgm:fillClrLst>
      <a:schemeClr val="accent2">
        <a:shade val="90000"/>
      </a:schemeClr>
      <a:schemeClr val="accent2">
        <a:alpha val="50000"/>
        <a:tint val="50000"/>
      </a:schemeClr>
    </dgm:fillClrLst>
    <dgm:linClrLst meth="repeat">
      <a:schemeClr val="lt1"/>
    </dgm:linClrLst>
    <dgm:effectClrLst/>
    <dgm:txLinClrLst/>
    <dgm:txFillClrLst/>
    <dgm:txEffectClrLst/>
  </dgm:styleLbl>
  <dgm:styleLbl name="vennNode1">
    <dgm:fillClrLst>
      <a:schemeClr val="accent2">
        <a:shade val="80000"/>
        <a:alpha val="50000"/>
      </a:schemeClr>
      <a:schemeClr val="accent2">
        <a:alpha val="20000"/>
      </a:schemeClr>
    </dgm:fillClrLst>
    <dgm:linClrLst meth="repeat">
      <a:schemeClr val="lt1"/>
    </dgm:linClrLst>
    <dgm:effectClrLst/>
    <dgm:txLinClrLst/>
    <dgm:txFillClrLst/>
    <dgm:txEffectClrLst/>
  </dgm:styleLbl>
  <dgm:styleLbl name="node2">
    <dgm:fillClrLst>
      <a:schemeClr val="accent2">
        <a:alpha val="70000"/>
      </a:schemeClr>
    </dgm:fillClrLst>
    <dgm:linClrLst meth="repeat">
      <a:schemeClr val="lt1"/>
    </dgm:linClrLst>
    <dgm:effectClrLst/>
    <dgm:txLinClrLst/>
    <dgm:txFillClrLst/>
    <dgm:txEffectClrLst/>
  </dgm:styleLbl>
  <dgm:styleLbl name="node3">
    <dgm:fillClrLst>
      <a:schemeClr val="accent2">
        <a:alpha val="50000"/>
      </a:schemeClr>
    </dgm:fillClrLst>
    <dgm:linClrLst meth="repeat">
      <a:schemeClr val="lt1"/>
    </dgm:linClrLst>
    <dgm:effectClrLst/>
    <dgm:txLinClrLst/>
    <dgm:txFillClrLst/>
    <dgm:txEffectClrLst/>
  </dgm:styleLbl>
  <dgm:styleLbl name="node4">
    <dgm:fillClrLst>
      <a:schemeClr val="accent2">
        <a:alpha val="30000"/>
      </a:schemeClr>
    </dgm:fillClrLst>
    <dgm:linClrLst meth="repeat">
      <a:schemeClr val="lt1"/>
    </dgm:linClrLst>
    <dgm:effectClrLst/>
    <dgm:txLinClrLst/>
    <dgm:txFillClrLst/>
    <dgm:txEffectClrLst/>
  </dgm:styleLbl>
  <dgm:styleLbl name="fgImgPlace1">
    <dgm:fillClrLst>
      <a:schemeClr val="accent2">
        <a:tint val="50000"/>
        <a:alpha val="90000"/>
      </a:schemeClr>
      <a:schemeClr val="accent2">
        <a:tint val="20000"/>
        <a:alpha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f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bgSibTrans2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dgm:txEffectClrLst/>
  </dgm:styleLbl>
  <dgm:styleLbl name="sibTrans1D1">
    <dgm:fillClrLst>
      <a:schemeClr val="accent2">
        <a:shade val="90000"/>
      </a:schemeClr>
      <a:schemeClr val="accent2">
        <a:tint val="50000"/>
      </a:schemeClr>
    </dgm:fillClrLst>
    <dgm:linClrLst>
      <a:schemeClr val="accent2">
        <a:shade val="90000"/>
      </a:schemeClr>
      <a:schemeClr val="accent2">
        <a:tint val="50000"/>
      </a:schemeClr>
    </dgm:linClrLst>
    <dgm:effectClrLst/>
    <dgm:txLinClrLst/>
    <dgm:txFillClrLst meth="repeat">
      <a:schemeClr val="tx1"/>
    </dgm:txFillClrLst>
    <dgm:txEffectClrLst/>
  </dgm:styleLbl>
  <dgm:styleLbl name="callout">
    <dgm:fillClrLst meth="repeat">
      <a:schemeClr val="accent2"/>
    </dgm:fillClrLst>
    <dgm:linClrLst meth="repeat">
      <a:schemeClr val="accent2"/>
    </dgm:linClrLst>
    <dgm:effectClrLst/>
    <dgm:txLinClrLst/>
    <dgm:txFillClrLst meth="repeat">
      <a:schemeClr val="tx1"/>
    </dgm:txFillClrLst>
    <dgm:txEffectClrLst/>
  </dgm:styleLbl>
  <dgm:styleLbl name="asst0">
    <dgm:fillClrLst meth="repeat">
      <a:schemeClr val="accent2">
        <a:alpha val="90000"/>
      </a:schemeClr>
    </dgm:fillClrLst>
    <dgm:linClrLst meth="repeat">
      <a:schemeClr val="lt1"/>
    </dgm:linClrLst>
    <dgm:effectClrLst/>
    <dgm:txLinClrLst/>
    <dgm:txFillClrLst/>
    <dgm:txEffectClrLst/>
  </dgm:styleLbl>
  <dgm:styleLbl name="asst1">
    <dgm:fillClrLst meth="repeat">
      <a:schemeClr val="accent2">
        <a:alpha val="90000"/>
      </a:schemeClr>
    </dgm:fillClrLst>
    <dgm:linClrLst meth="repeat">
      <a:schemeClr val="lt1"/>
    </dgm:linClrLst>
    <dgm:effectClrLst/>
    <dgm:txLinClrLst/>
    <dgm:txFillClrLst/>
    <dgm:txEffectClrLst/>
  </dgm:styleLbl>
  <dgm:styleLbl name="asst2">
    <dgm:fillClrLst>
      <a:schemeClr val="accent2">
        <a:alpha val="90000"/>
      </a:schemeClr>
    </dgm:fillClrLst>
    <dgm:linClrLst meth="repeat">
      <a:schemeClr val="lt1"/>
    </dgm:linClrLst>
    <dgm:effectClrLst/>
    <dgm:txLinClrLst/>
    <dgm:txFillClrLst/>
    <dgm:txEffectClrLst/>
  </dgm:styleLbl>
  <dgm:styleLbl name="asst3">
    <dgm:fillClrLst>
      <a:schemeClr val="accent2">
        <a:alpha val="70000"/>
      </a:schemeClr>
    </dgm:fillClrLst>
    <dgm:linClrLst meth="repeat">
      <a:schemeClr val="lt1"/>
    </dgm:linClrLst>
    <dgm:effectClrLst/>
    <dgm:txLinClrLst/>
    <dgm:txFillClrLst/>
    <dgm:txEffectClrLst/>
  </dgm:styleLbl>
  <dgm:styleLbl name="asst4">
    <dgm:fillClrLst>
      <a:schemeClr val="accent2">
        <a:alpha val="50000"/>
      </a:schemeClr>
    </dgm:fillClrLst>
    <dgm:linClrLst meth="repeat">
      <a:schemeClr val="lt1"/>
    </dgm:linClrLst>
    <dgm:effectClrLst/>
    <dgm:txLinClrLst/>
    <dgm:txFillClrLst/>
    <dgm:txEffectClrLst/>
  </dgm:styleLbl>
  <dgm:styleLbl name="parChTrans2D1">
    <dgm:fillClrLst meth="repeat">
      <a:schemeClr val="accent2">
        <a:shade val="80000"/>
      </a:schemeClr>
    </dgm:fillClrLst>
    <dgm:linClrLst meth="repeat">
      <a:schemeClr val="accent2">
        <a:shade val="80000"/>
      </a:schemeClr>
    </dgm:linClrLst>
    <dgm:effectClrLst/>
    <dgm:txLinClrLst/>
    <dgm:txFillClrLst/>
    <dgm:txEffectClrLst/>
  </dgm:styleLbl>
  <dgm:styleLbl name="parChTrans2D2">
    <dgm:fillClrLst meth="repeat">
      <a:schemeClr val="accent2">
        <a:tint val="90000"/>
      </a:schemeClr>
    </dgm:fillClrLst>
    <dgm:linClrLst meth="repeat">
      <a:schemeClr val="accent2">
        <a:tint val="90000"/>
      </a:schemeClr>
    </dgm:linClrLst>
    <dgm:effectClrLst/>
    <dgm:txLinClrLst/>
    <dgm:txFillClrLst/>
    <dgm:txEffectClrLst/>
  </dgm:styleLbl>
  <dgm:styleLbl name="parChTrans2D3">
    <dgm:fillClrLst meth="repeat">
      <a:schemeClr val="accent2">
        <a:tint val="70000"/>
      </a:schemeClr>
    </dgm:fillClrLst>
    <dgm:linClrLst meth="repeat">
      <a:schemeClr val="accent2">
        <a:tint val="70000"/>
      </a:schemeClr>
    </dgm:linClrLst>
    <dgm:effectClrLst/>
    <dgm:txLinClrLst/>
    <dgm:txFillClrLst/>
    <dgm:txEffectClrLst/>
  </dgm:styleLbl>
  <dgm:styleLbl name="parChTrans2D4">
    <dgm:fillClrLst meth="repeat">
      <a:schemeClr val="accent2">
        <a:tint val="50000"/>
      </a:schemeClr>
    </dgm:fillClrLst>
    <dgm:linClrLst meth="repeat">
      <a:schemeClr val="accent2">
        <a:tint val="50000"/>
      </a:schemeClr>
    </dgm:linClrLst>
    <dgm:effectClrLst/>
    <dgm:txLinClrLst/>
    <dgm:txFillClrLst meth="repeat">
      <a:schemeClr val="dk1"/>
    </dgm:txFillClrLst>
    <dgm:txEffectClrLst/>
  </dgm:styleLbl>
  <dgm:styleLbl name="parChTrans1D1">
    <dgm:fillClrLst meth="repeat">
      <a:schemeClr val="accent2">
        <a:shade val="80000"/>
      </a:schemeClr>
    </dgm:fillClrLst>
    <dgm:linClrLst meth="repeat">
      <a:schemeClr val="accent2">
        <a:shade val="80000"/>
      </a:schemeClr>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2">
        <a:tint val="90000"/>
      </a:schemeClr>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2">
        <a:tint val="70000"/>
      </a:schemeClr>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2">
        <a:tint val="5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trAlignAcc1">
    <dgm:fillClrLst meth="repeat">
      <a:schemeClr val="lt1">
        <a:alpha val="4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bgAcc1">
    <dgm:fillClrLst meth="repeat">
      <a:schemeClr val="lt1">
        <a:alpha val="90000"/>
      </a:schemeClr>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FgAcc1">
    <dgm:fillClrLst meth="repeat">
      <a:schemeClr val="lt1"/>
    </dgm:fillClrLst>
    <dgm:linClrLst>
      <a:schemeClr val="accent2">
        <a:alpha val="90000"/>
      </a:schemeClr>
      <a:schemeClr val="accent2">
        <a:alpha val="5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a:schemeClr val="accent2">
        <a:alpha val="90000"/>
        <a:tint val="40000"/>
      </a:schemeClr>
      <a:schemeClr val="accent2">
        <a:alpha val="5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a:tint val="90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a:tint val="7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a:tint val="50000"/>
      </a:schemeClr>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37280636-78A5-4DCC-93F7-C20AAE253E5C}" type="doc">
      <dgm:prSet loTypeId="urn:microsoft.com/office/officeart/2008/layout/LinedList" loCatId="list" qsTypeId="urn:microsoft.com/office/officeart/2005/8/quickstyle/simple1" qsCatId="simple" csTypeId="urn:microsoft.com/office/officeart/2005/8/colors/accent1_2" csCatId="accent1" phldr="1"/>
      <dgm:spPr/>
      <dgm:t>
        <a:bodyPr/>
        <a:lstStyle/>
        <a:p>
          <a:endParaRPr lang="tr-TR"/>
        </a:p>
      </dgm:t>
    </dgm:pt>
    <dgm:pt modelId="{A34524D8-D37C-4E16-9C3A-7A1840A9623E}">
      <dgm:prSet phldrT="[Text]" custT="1"/>
      <dgm:spPr/>
      <dgm:t>
        <a:bodyPr/>
        <a:lstStyle/>
        <a:p>
          <a:r>
            <a:rPr lang="tr-TR" sz="3200" b="1" dirty="0">
              <a:solidFill>
                <a:schemeClr val="tx1"/>
              </a:solidFill>
              <a:latin typeface="Arial" panose="020B0604020202020204" pitchFamily="34" charset="0"/>
              <a:cs typeface="Arial" panose="020B0604020202020204" pitchFamily="34" charset="0"/>
            </a:rPr>
            <a:t>1. Çalışmaların Yürütülmesi / Sorumluluklar</a:t>
          </a:r>
        </a:p>
      </dgm:t>
    </dgm:pt>
    <dgm:pt modelId="{9BDB04FE-E140-478C-B4AF-58497E16E1CE}" type="parTrans" cxnId="{ED364028-F1F3-429D-B5B0-AFDAE914B8C7}">
      <dgm:prSet/>
      <dgm:spPr/>
      <dgm:t>
        <a:bodyPr/>
        <a:lstStyle/>
        <a:p>
          <a:endParaRPr lang="tr-TR"/>
        </a:p>
      </dgm:t>
    </dgm:pt>
    <dgm:pt modelId="{DFA0871A-2095-427B-B078-CAB71FEC6673}" type="sibTrans" cxnId="{ED364028-F1F3-429D-B5B0-AFDAE914B8C7}">
      <dgm:prSet/>
      <dgm:spPr/>
      <dgm:t>
        <a:bodyPr/>
        <a:lstStyle/>
        <a:p>
          <a:endParaRPr lang="tr-TR"/>
        </a:p>
      </dgm:t>
    </dgm:pt>
    <dgm:pt modelId="{7F39CD97-70DF-4D06-9E32-6EB1CF8BCBD6}">
      <dgm:prSet phldrT="[Text]" custT="1"/>
      <dgm:spPr/>
      <dgm:t>
        <a:bodyPr/>
        <a:lstStyle/>
        <a:p>
          <a:r>
            <a:rPr lang="tr-TR" sz="3200" b="1" dirty="0">
              <a:solidFill>
                <a:schemeClr val="tx1"/>
              </a:solidFill>
              <a:latin typeface="Arial" panose="020B0604020202020204" pitchFamily="34" charset="0"/>
              <a:cs typeface="Arial" panose="020B0604020202020204" pitchFamily="34" charset="0"/>
            </a:rPr>
            <a:t>3. 2023 Yılı Mavi Bayrak Denetimleri</a:t>
          </a:r>
        </a:p>
      </dgm:t>
    </dgm:pt>
    <dgm:pt modelId="{DF9EFD46-CF0B-41C7-A5E1-42F2BE5F1A9F}" type="parTrans" cxnId="{E4AC3576-3862-4E2C-A796-A106579C2C3B}">
      <dgm:prSet/>
      <dgm:spPr/>
      <dgm:t>
        <a:bodyPr/>
        <a:lstStyle/>
        <a:p>
          <a:endParaRPr lang="tr-TR"/>
        </a:p>
      </dgm:t>
    </dgm:pt>
    <dgm:pt modelId="{A3393401-313D-4D0D-8878-108874A74FE2}" type="sibTrans" cxnId="{E4AC3576-3862-4E2C-A796-A106579C2C3B}">
      <dgm:prSet/>
      <dgm:spPr/>
      <dgm:t>
        <a:bodyPr/>
        <a:lstStyle/>
        <a:p>
          <a:endParaRPr lang="tr-TR"/>
        </a:p>
      </dgm:t>
    </dgm:pt>
    <dgm:pt modelId="{FD8491F9-7CF7-4EFD-9FD9-D9A77BC7F47F}">
      <dgm:prSet phldrT="[Text]" custT="1"/>
      <dgm:spPr/>
      <dgm:t>
        <a:bodyPr/>
        <a:lstStyle/>
        <a:p>
          <a:r>
            <a:rPr lang="tr-TR" sz="3200" b="1" dirty="0">
              <a:solidFill>
                <a:schemeClr val="tx1"/>
              </a:solidFill>
              <a:latin typeface="Arial" panose="020B0604020202020204" pitchFamily="34" charset="0"/>
              <a:cs typeface="Arial" panose="020B0604020202020204" pitchFamily="34" charset="0"/>
            </a:rPr>
            <a:t>2. Uygulama Prensipleri / Kurallar</a:t>
          </a:r>
        </a:p>
      </dgm:t>
    </dgm:pt>
    <dgm:pt modelId="{D110EF86-1311-463C-BD6F-980A02898B05}" type="parTrans" cxnId="{AF60E962-C331-4540-A090-57F07A88DC1A}">
      <dgm:prSet/>
      <dgm:spPr/>
      <dgm:t>
        <a:bodyPr/>
        <a:lstStyle/>
        <a:p>
          <a:endParaRPr lang="tr-TR"/>
        </a:p>
      </dgm:t>
    </dgm:pt>
    <dgm:pt modelId="{C9E4C083-AED5-4DF4-B45C-868208D6C3B1}" type="sibTrans" cxnId="{AF60E962-C331-4540-A090-57F07A88DC1A}">
      <dgm:prSet/>
      <dgm:spPr/>
      <dgm:t>
        <a:bodyPr/>
        <a:lstStyle/>
        <a:p>
          <a:endParaRPr lang="tr-TR"/>
        </a:p>
      </dgm:t>
    </dgm:pt>
    <dgm:pt modelId="{2552F0B0-C9D3-4D5A-A0E6-B9215E9B2080}" type="pres">
      <dgm:prSet presAssocID="{37280636-78A5-4DCC-93F7-C20AAE253E5C}" presName="vert0" presStyleCnt="0">
        <dgm:presLayoutVars>
          <dgm:dir/>
          <dgm:animOne val="branch"/>
          <dgm:animLvl val="lvl"/>
        </dgm:presLayoutVars>
      </dgm:prSet>
      <dgm:spPr/>
    </dgm:pt>
    <dgm:pt modelId="{341B95B0-23D4-44F5-BC76-EEAB5E45C4AB}" type="pres">
      <dgm:prSet presAssocID="{A34524D8-D37C-4E16-9C3A-7A1840A9623E}" presName="thickLine" presStyleLbl="alignNode1" presStyleIdx="0" presStyleCnt="3"/>
      <dgm:spPr/>
    </dgm:pt>
    <dgm:pt modelId="{43D7B2BC-8867-45C5-B547-12C11D462BE5}" type="pres">
      <dgm:prSet presAssocID="{A34524D8-D37C-4E16-9C3A-7A1840A9623E}" presName="horz1" presStyleCnt="0"/>
      <dgm:spPr/>
    </dgm:pt>
    <dgm:pt modelId="{D0B2D600-2B68-4F6E-8579-738CB9E4F633}" type="pres">
      <dgm:prSet presAssocID="{A34524D8-D37C-4E16-9C3A-7A1840A9623E}" presName="tx1" presStyleLbl="revTx" presStyleIdx="0" presStyleCnt="3"/>
      <dgm:spPr/>
    </dgm:pt>
    <dgm:pt modelId="{3499632E-C1E5-4CDB-8F32-943073248D45}" type="pres">
      <dgm:prSet presAssocID="{A34524D8-D37C-4E16-9C3A-7A1840A9623E}" presName="vert1" presStyleCnt="0"/>
      <dgm:spPr/>
    </dgm:pt>
    <dgm:pt modelId="{E2E4A4BC-09D5-4495-8BC0-3BF30B37BB47}" type="pres">
      <dgm:prSet presAssocID="{FD8491F9-7CF7-4EFD-9FD9-D9A77BC7F47F}" presName="thickLine" presStyleLbl="alignNode1" presStyleIdx="1" presStyleCnt="3"/>
      <dgm:spPr/>
    </dgm:pt>
    <dgm:pt modelId="{7AA36F68-CB9E-4656-8A60-22C3DF18021F}" type="pres">
      <dgm:prSet presAssocID="{FD8491F9-7CF7-4EFD-9FD9-D9A77BC7F47F}" presName="horz1" presStyleCnt="0"/>
      <dgm:spPr/>
    </dgm:pt>
    <dgm:pt modelId="{FE7DDD9D-A49B-453F-A5FA-7083114CB868}" type="pres">
      <dgm:prSet presAssocID="{FD8491F9-7CF7-4EFD-9FD9-D9A77BC7F47F}" presName="tx1" presStyleLbl="revTx" presStyleIdx="1" presStyleCnt="3"/>
      <dgm:spPr/>
    </dgm:pt>
    <dgm:pt modelId="{BC253177-28EC-4103-9C6D-553B81310F77}" type="pres">
      <dgm:prSet presAssocID="{FD8491F9-7CF7-4EFD-9FD9-D9A77BC7F47F}" presName="vert1" presStyleCnt="0"/>
      <dgm:spPr/>
    </dgm:pt>
    <dgm:pt modelId="{A3C00680-E213-4443-B3E4-28E6F2BF2BC3}" type="pres">
      <dgm:prSet presAssocID="{7F39CD97-70DF-4D06-9E32-6EB1CF8BCBD6}" presName="thickLine" presStyleLbl="alignNode1" presStyleIdx="2" presStyleCnt="3"/>
      <dgm:spPr/>
    </dgm:pt>
    <dgm:pt modelId="{C85A283E-8427-40E8-8889-595FC9CC7CC4}" type="pres">
      <dgm:prSet presAssocID="{7F39CD97-70DF-4D06-9E32-6EB1CF8BCBD6}" presName="horz1" presStyleCnt="0"/>
      <dgm:spPr/>
    </dgm:pt>
    <dgm:pt modelId="{D14DBE62-E009-4FC5-9DB6-9537BD890F2E}" type="pres">
      <dgm:prSet presAssocID="{7F39CD97-70DF-4D06-9E32-6EB1CF8BCBD6}" presName="tx1" presStyleLbl="revTx" presStyleIdx="2" presStyleCnt="3"/>
      <dgm:spPr/>
    </dgm:pt>
    <dgm:pt modelId="{BEE90E83-3770-4A88-8398-78A56FFCFBFF}" type="pres">
      <dgm:prSet presAssocID="{7F39CD97-70DF-4D06-9E32-6EB1CF8BCBD6}" presName="vert1" presStyleCnt="0"/>
      <dgm:spPr/>
    </dgm:pt>
  </dgm:ptLst>
  <dgm:cxnLst>
    <dgm:cxn modelId="{35C28D18-1C50-4B90-85D9-63BB5FF5D258}" type="presOf" srcId="{37280636-78A5-4DCC-93F7-C20AAE253E5C}" destId="{2552F0B0-C9D3-4D5A-A0E6-B9215E9B2080}" srcOrd="0" destOrd="0" presId="urn:microsoft.com/office/officeart/2008/layout/LinedList"/>
    <dgm:cxn modelId="{ED364028-F1F3-429D-B5B0-AFDAE914B8C7}" srcId="{37280636-78A5-4DCC-93F7-C20AAE253E5C}" destId="{A34524D8-D37C-4E16-9C3A-7A1840A9623E}" srcOrd="0" destOrd="0" parTransId="{9BDB04FE-E140-478C-B4AF-58497E16E1CE}" sibTransId="{DFA0871A-2095-427B-B078-CAB71FEC6673}"/>
    <dgm:cxn modelId="{AF60E962-C331-4540-A090-57F07A88DC1A}" srcId="{37280636-78A5-4DCC-93F7-C20AAE253E5C}" destId="{FD8491F9-7CF7-4EFD-9FD9-D9A77BC7F47F}" srcOrd="1" destOrd="0" parTransId="{D110EF86-1311-463C-BD6F-980A02898B05}" sibTransId="{C9E4C083-AED5-4DF4-B45C-868208D6C3B1}"/>
    <dgm:cxn modelId="{E4AC3576-3862-4E2C-A796-A106579C2C3B}" srcId="{37280636-78A5-4DCC-93F7-C20AAE253E5C}" destId="{7F39CD97-70DF-4D06-9E32-6EB1CF8BCBD6}" srcOrd="2" destOrd="0" parTransId="{DF9EFD46-CF0B-41C7-A5E1-42F2BE5F1A9F}" sibTransId="{A3393401-313D-4D0D-8878-108874A74FE2}"/>
    <dgm:cxn modelId="{7CDE017A-55FF-4DE0-A5AF-CB9DD7DC9A48}" type="presOf" srcId="{A34524D8-D37C-4E16-9C3A-7A1840A9623E}" destId="{D0B2D600-2B68-4F6E-8579-738CB9E4F633}" srcOrd="0" destOrd="0" presId="urn:microsoft.com/office/officeart/2008/layout/LinedList"/>
    <dgm:cxn modelId="{907472BB-DCC1-4338-9D70-AC30A63F7F5A}" type="presOf" srcId="{FD8491F9-7CF7-4EFD-9FD9-D9A77BC7F47F}" destId="{FE7DDD9D-A49B-453F-A5FA-7083114CB868}" srcOrd="0" destOrd="0" presId="urn:microsoft.com/office/officeart/2008/layout/LinedList"/>
    <dgm:cxn modelId="{3CA2A4F4-096C-46C6-B09E-D85B3C388541}" type="presOf" srcId="{7F39CD97-70DF-4D06-9E32-6EB1CF8BCBD6}" destId="{D14DBE62-E009-4FC5-9DB6-9537BD890F2E}" srcOrd="0" destOrd="0" presId="urn:microsoft.com/office/officeart/2008/layout/LinedList"/>
    <dgm:cxn modelId="{9ACC9419-D245-4626-A667-76E98FF82AE7}" type="presParOf" srcId="{2552F0B0-C9D3-4D5A-A0E6-B9215E9B2080}" destId="{341B95B0-23D4-44F5-BC76-EEAB5E45C4AB}" srcOrd="0" destOrd="0" presId="urn:microsoft.com/office/officeart/2008/layout/LinedList"/>
    <dgm:cxn modelId="{779DD017-7FE7-4E7E-8281-36387150316F}" type="presParOf" srcId="{2552F0B0-C9D3-4D5A-A0E6-B9215E9B2080}" destId="{43D7B2BC-8867-45C5-B547-12C11D462BE5}" srcOrd="1" destOrd="0" presId="urn:microsoft.com/office/officeart/2008/layout/LinedList"/>
    <dgm:cxn modelId="{055D563D-3FF7-43C5-A679-DD48D807C2D8}" type="presParOf" srcId="{43D7B2BC-8867-45C5-B547-12C11D462BE5}" destId="{D0B2D600-2B68-4F6E-8579-738CB9E4F633}" srcOrd="0" destOrd="0" presId="urn:microsoft.com/office/officeart/2008/layout/LinedList"/>
    <dgm:cxn modelId="{A656A09C-4234-4612-8724-D46A5ADCB38E}" type="presParOf" srcId="{43D7B2BC-8867-45C5-B547-12C11D462BE5}" destId="{3499632E-C1E5-4CDB-8F32-943073248D45}" srcOrd="1" destOrd="0" presId="urn:microsoft.com/office/officeart/2008/layout/LinedList"/>
    <dgm:cxn modelId="{C4F156F4-E443-424E-934C-425A3F71BC00}" type="presParOf" srcId="{2552F0B0-C9D3-4D5A-A0E6-B9215E9B2080}" destId="{E2E4A4BC-09D5-4495-8BC0-3BF30B37BB47}" srcOrd="2" destOrd="0" presId="urn:microsoft.com/office/officeart/2008/layout/LinedList"/>
    <dgm:cxn modelId="{60C0D011-9003-488C-8CD6-45DADB5F34FF}" type="presParOf" srcId="{2552F0B0-C9D3-4D5A-A0E6-B9215E9B2080}" destId="{7AA36F68-CB9E-4656-8A60-22C3DF18021F}" srcOrd="3" destOrd="0" presId="urn:microsoft.com/office/officeart/2008/layout/LinedList"/>
    <dgm:cxn modelId="{24630F6F-D52B-4748-B415-50FDCF21F181}" type="presParOf" srcId="{7AA36F68-CB9E-4656-8A60-22C3DF18021F}" destId="{FE7DDD9D-A49B-453F-A5FA-7083114CB868}" srcOrd="0" destOrd="0" presId="urn:microsoft.com/office/officeart/2008/layout/LinedList"/>
    <dgm:cxn modelId="{78CC208E-6E8B-418B-A613-82399CAD5708}" type="presParOf" srcId="{7AA36F68-CB9E-4656-8A60-22C3DF18021F}" destId="{BC253177-28EC-4103-9C6D-553B81310F77}" srcOrd="1" destOrd="0" presId="urn:microsoft.com/office/officeart/2008/layout/LinedList"/>
    <dgm:cxn modelId="{D52C2C66-40D2-40A7-9CA6-7BC78ABE0177}" type="presParOf" srcId="{2552F0B0-C9D3-4D5A-A0E6-B9215E9B2080}" destId="{A3C00680-E213-4443-B3E4-28E6F2BF2BC3}" srcOrd="4" destOrd="0" presId="urn:microsoft.com/office/officeart/2008/layout/LinedList"/>
    <dgm:cxn modelId="{7F83E607-33A6-430E-A673-E119E317DA2D}" type="presParOf" srcId="{2552F0B0-C9D3-4D5A-A0E6-B9215E9B2080}" destId="{C85A283E-8427-40E8-8889-595FC9CC7CC4}" srcOrd="5" destOrd="0" presId="urn:microsoft.com/office/officeart/2008/layout/LinedList"/>
    <dgm:cxn modelId="{6F137378-99D2-4D33-BF17-FAA60436A288}" type="presParOf" srcId="{C85A283E-8427-40E8-8889-595FC9CC7CC4}" destId="{D14DBE62-E009-4FC5-9DB6-9537BD890F2E}" srcOrd="0" destOrd="0" presId="urn:microsoft.com/office/officeart/2008/layout/LinedList"/>
    <dgm:cxn modelId="{E7814A6C-F480-4D56-83B0-019F3FA74A51}" type="presParOf" srcId="{C85A283E-8427-40E8-8889-595FC9CC7CC4}" destId="{BEE90E83-3770-4A88-8398-78A56FFCFBF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83938ACD-6FCD-42EB-81DB-89A77C86684F}" type="doc">
      <dgm:prSet loTypeId="urn:microsoft.com/office/officeart/2005/8/layout/vList2" loCatId="list" qsTypeId="urn:microsoft.com/office/officeart/2005/8/quickstyle/simple5" qsCatId="simple" csTypeId="urn:microsoft.com/office/officeart/2005/8/colors/accent1_2" csCatId="accent1"/>
      <dgm:spPr/>
      <dgm:t>
        <a:bodyPr/>
        <a:lstStyle/>
        <a:p>
          <a:endParaRPr lang="tr-TR"/>
        </a:p>
      </dgm:t>
    </dgm:pt>
    <dgm:pt modelId="{FD2B9649-2973-4FDD-9748-7C00FE5F930E}">
      <dgm:prSet/>
      <dgm:spPr/>
      <dgm:t>
        <a:bodyPr/>
        <a:lstStyle/>
        <a:p>
          <a:pPr rtl="0"/>
          <a:r>
            <a:rPr lang="tr-TR" b="1" dirty="0"/>
            <a:t>Raf Tanımlama</a:t>
          </a:r>
          <a:endParaRPr lang="tr-TR" dirty="0"/>
        </a:p>
      </dgm:t>
    </dgm:pt>
    <dgm:pt modelId="{B561B9C7-4B93-444D-B20F-C6BA2403DF52}" type="parTrans" cxnId="{1814908F-6CF1-4680-921C-3FAFFD20C432}">
      <dgm:prSet/>
      <dgm:spPr/>
      <dgm:t>
        <a:bodyPr/>
        <a:lstStyle/>
        <a:p>
          <a:endParaRPr lang="tr-TR"/>
        </a:p>
      </dgm:t>
    </dgm:pt>
    <dgm:pt modelId="{C2BCFCE9-D5D3-4C55-99DD-7FC7F92E0484}" type="sibTrans" cxnId="{1814908F-6CF1-4680-921C-3FAFFD20C432}">
      <dgm:prSet/>
      <dgm:spPr/>
      <dgm:t>
        <a:bodyPr/>
        <a:lstStyle/>
        <a:p>
          <a:endParaRPr lang="tr-TR"/>
        </a:p>
      </dgm:t>
    </dgm:pt>
    <dgm:pt modelId="{799C7F59-1CB1-430B-8705-640029447DE2}" type="pres">
      <dgm:prSet presAssocID="{83938ACD-6FCD-42EB-81DB-89A77C86684F}" presName="linear" presStyleCnt="0">
        <dgm:presLayoutVars>
          <dgm:animLvl val="lvl"/>
          <dgm:resizeHandles val="exact"/>
        </dgm:presLayoutVars>
      </dgm:prSet>
      <dgm:spPr/>
    </dgm:pt>
    <dgm:pt modelId="{C161A59B-FF0E-4443-AF3A-20777ADD521F}" type="pres">
      <dgm:prSet presAssocID="{FD2B9649-2973-4FDD-9748-7C00FE5F930E}" presName="parentText" presStyleLbl="node1" presStyleIdx="0" presStyleCnt="1">
        <dgm:presLayoutVars>
          <dgm:chMax val="0"/>
          <dgm:bulletEnabled val="1"/>
        </dgm:presLayoutVars>
      </dgm:prSet>
      <dgm:spPr/>
    </dgm:pt>
  </dgm:ptLst>
  <dgm:cxnLst>
    <dgm:cxn modelId="{17659B80-1A1D-4D1D-862D-A94E657A5E04}" type="presOf" srcId="{FD2B9649-2973-4FDD-9748-7C00FE5F930E}" destId="{C161A59B-FF0E-4443-AF3A-20777ADD521F}" srcOrd="0" destOrd="0" presId="urn:microsoft.com/office/officeart/2005/8/layout/vList2"/>
    <dgm:cxn modelId="{1814908F-6CF1-4680-921C-3FAFFD20C432}" srcId="{83938ACD-6FCD-42EB-81DB-89A77C86684F}" destId="{FD2B9649-2973-4FDD-9748-7C00FE5F930E}" srcOrd="0" destOrd="0" parTransId="{B561B9C7-4B93-444D-B20F-C6BA2403DF52}" sibTransId="{C2BCFCE9-D5D3-4C55-99DD-7FC7F92E0484}"/>
    <dgm:cxn modelId="{22EC2DDC-C21E-41E1-A396-71FC5C8C7E20}" type="presOf" srcId="{83938ACD-6FCD-42EB-81DB-89A77C86684F}" destId="{799C7F59-1CB1-430B-8705-640029447DE2}" srcOrd="0" destOrd="0" presId="urn:microsoft.com/office/officeart/2005/8/layout/vList2"/>
    <dgm:cxn modelId="{76927E05-5850-420D-BD37-5E33E5A89603}" type="presParOf" srcId="{799C7F59-1CB1-430B-8705-640029447DE2}" destId="{C161A59B-FF0E-4443-AF3A-20777ADD521F}" srcOrd="0" destOrd="0" presId="urn:microsoft.com/office/officeart/2005/8/layout/vList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E9A6A08-D8BC-4FA6-8D00-A5BF554BB699}" type="doc">
      <dgm:prSet loTypeId="urn:microsoft.com/office/officeart/2005/8/layout/default" loCatId="list" qsTypeId="urn:microsoft.com/office/officeart/2005/8/quickstyle/simple1" qsCatId="simple" csTypeId="urn:microsoft.com/office/officeart/2005/8/colors/accent1_5" csCatId="accent1" phldr="1"/>
      <dgm:spPr/>
      <dgm:t>
        <a:bodyPr/>
        <a:lstStyle/>
        <a:p>
          <a:endParaRPr lang="tr-TR"/>
        </a:p>
      </dgm:t>
    </dgm:pt>
    <dgm:pt modelId="{37B7FFEC-4418-4688-ADE0-E6AA70DBBD87}">
      <dgm:prSet custT="1"/>
      <dgm:spPr/>
      <dgm:t>
        <a:bodyPr/>
        <a:lstStyle/>
        <a:p>
          <a:r>
            <a:rPr lang="tr-TR" sz="1400" b="1" dirty="0">
              <a:solidFill>
                <a:schemeClr val="tx1"/>
              </a:solidFill>
            </a:rPr>
            <a:t>Herkes her şeyi aynı yerden almalı, işi bitince aynı yere bırakmalı</a:t>
          </a:r>
        </a:p>
      </dgm:t>
    </dgm:pt>
    <dgm:pt modelId="{5ABC44EF-8D81-4229-9BE6-2B25A0F08A20}" type="parTrans" cxnId="{8129BCF3-82F2-4A7F-A16E-8700CED7C819}">
      <dgm:prSet/>
      <dgm:spPr/>
      <dgm:t>
        <a:bodyPr/>
        <a:lstStyle/>
        <a:p>
          <a:endParaRPr lang="tr-TR" sz="1400" b="1">
            <a:solidFill>
              <a:schemeClr val="tx1"/>
            </a:solidFill>
          </a:endParaRPr>
        </a:p>
      </dgm:t>
    </dgm:pt>
    <dgm:pt modelId="{484956FA-6CD3-4EF1-8938-5AF1BE7CFC89}" type="sibTrans" cxnId="{8129BCF3-82F2-4A7F-A16E-8700CED7C819}">
      <dgm:prSet/>
      <dgm:spPr/>
      <dgm:t>
        <a:bodyPr/>
        <a:lstStyle/>
        <a:p>
          <a:endParaRPr lang="tr-TR" sz="1400" b="1">
            <a:solidFill>
              <a:schemeClr val="tx1"/>
            </a:solidFill>
          </a:endParaRPr>
        </a:p>
      </dgm:t>
    </dgm:pt>
    <dgm:pt modelId="{B23BE62A-DE73-4771-B093-7BB95B12DCB3}">
      <dgm:prSet custT="1"/>
      <dgm:spPr/>
      <dgm:t>
        <a:bodyPr/>
        <a:lstStyle/>
        <a:p>
          <a:r>
            <a:rPr lang="tr-TR" sz="1400" b="1" dirty="0">
              <a:solidFill>
                <a:schemeClr val="tx1"/>
              </a:solidFill>
            </a:rPr>
            <a:t>Depo alanlarının girişleri ferah tutulmalı</a:t>
          </a:r>
        </a:p>
      </dgm:t>
    </dgm:pt>
    <dgm:pt modelId="{5F8FC43B-98DF-4390-B79C-4D77AECC7C78}" type="parTrans" cxnId="{7863A898-DE1B-4E34-B7D0-58BADF4AFF97}">
      <dgm:prSet/>
      <dgm:spPr/>
      <dgm:t>
        <a:bodyPr/>
        <a:lstStyle/>
        <a:p>
          <a:endParaRPr lang="tr-TR" sz="1400" b="1">
            <a:solidFill>
              <a:schemeClr val="tx1"/>
            </a:solidFill>
          </a:endParaRPr>
        </a:p>
      </dgm:t>
    </dgm:pt>
    <dgm:pt modelId="{0A5651D1-CB36-4508-9D5E-B17B4B9A52FD}" type="sibTrans" cxnId="{7863A898-DE1B-4E34-B7D0-58BADF4AFF97}">
      <dgm:prSet/>
      <dgm:spPr/>
      <dgm:t>
        <a:bodyPr/>
        <a:lstStyle/>
        <a:p>
          <a:endParaRPr lang="tr-TR" sz="1400" b="1">
            <a:solidFill>
              <a:schemeClr val="tx1"/>
            </a:solidFill>
          </a:endParaRPr>
        </a:p>
      </dgm:t>
    </dgm:pt>
    <dgm:pt modelId="{BD349BA3-2DF5-4EAB-8672-51D20134D768}">
      <dgm:prSet custT="1"/>
      <dgm:spPr/>
      <dgm:t>
        <a:bodyPr/>
        <a:lstStyle/>
        <a:p>
          <a:r>
            <a:rPr lang="tr-TR" sz="1400" b="1" dirty="0">
              <a:solidFill>
                <a:schemeClr val="tx1"/>
              </a:solidFill>
            </a:rPr>
            <a:t>Ağır olanlar alt raflarda bulunmalı, (kullanım sıklıklarına dikkat!)</a:t>
          </a:r>
        </a:p>
      </dgm:t>
    </dgm:pt>
    <dgm:pt modelId="{643D64A1-5B7A-48F6-B3EC-5FD71293EE8F}" type="parTrans" cxnId="{FF3C679C-0D53-4FB0-871E-32AAE9A51118}">
      <dgm:prSet/>
      <dgm:spPr/>
      <dgm:t>
        <a:bodyPr/>
        <a:lstStyle/>
        <a:p>
          <a:endParaRPr lang="tr-TR" sz="1400" b="1">
            <a:solidFill>
              <a:schemeClr val="tx1"/>
            </a:solidFill>
          </a:endParaRPr>
        </a:p>
      </dgm:t>
    </dgm:pt>
    <dgm:pt modelId="{66293DA5-E7B2-4B6F-89BF-7CFA93C427BE}" type="sibTrans" cxnId="{FF3C679C-0D53-4FB0-871E-32AAE9A51118}">
      <dgm:prSet/>
      <dgm:spPr/>
      <dgm:t>
        <a:bodyPr/>
        <a:lstStyle/>
        <a:p>
          <a:endParaRPr lang="tr-TR" sz="1400" b="1">
            <a:solidFill>
              <a:schemeClr val="tx1"/>
            </a:solidFill>
          </a:endParaRPr>
        </a:p>
      </dgm:t>
    </dgm:pt>
    <dgm:pt modelId="{996AE8E1-20C1-4129-8E9C-C4C318161052}">
      <dgm:prSet custT="1"/>
      <dgm:spPr/>
      <dgm:t>
        <a:bodyPr/>
        <a:lstStyle/>
        <a:p>
          <a:r>
            <a:rPr lang="tr-TR" sz="1400" b="1" dirty="0">
              <a:solidFill>
                <a:schemeClr val="tx1"/>
              </a:solidFill>
            </a:rPr>
            <a:t>Depo alanlarında her şeyin bir rafı ve rafların etiketi olmalı</a:t>
          </a:r>
        </a:p>
      </dgm:t>
    </dgm:pt>
    <dgm:pt modelId="{5EDDE38D-C234-4E3A-99BB-C43F7EF08FB1}" type="parTrans" cxnId="{F9FAFD15-E90C-45AC-B052-A92C4FC7CC42}">
      <dgm:prSet/>
      <dgm:spPr/>
      <dgm:t>
        <a:bodyPr/>
        <a:lstStyle/>
        <a:p>
          <a:endParaRPr lang="tr-TR" sz="1400" b="1">
            <a:solidFill>
              <a:schemeClr val="tx1"/>
            </a:solidFill>
          </a:endParaRPr>
        </a:p>
      </dgm:t>
    </dgm:pt>
    <dgm:pt modelId="{78ECBCF2-F7E7-4416-94D6-EB907C980817}" type="sibTrans" cxnId="{F9FAFD15-E90C-45AC-B052-A92C4FC7CC42}">
      <dgm:prSet/>
      <dgm:spPr/>
      <dgm:t>
        <a:bodyPr/>
        <a:lstStyle/>
        <a:p>
          <a:endParaRPr lang="tr-TR" sz="1400" b="1">
            <a:solidFill>
              <a:schemeClr val="tx1"/>
            </a:solidFill>
          </a:endParaRPr>
        </a:p>
      </dgm:t>
    </dgm:pt>
    <dgm:pt modelId="{6AD48581-4CD2-4A34-AED9-2941972BFC3A}">
      <dgm:prSet custT="1"/>
      <dgm:spPr/>
      <dgm:t>
        <a:bodyPr/>
        <a:lstStyle/>
        <a:p>
          <a:r>
            <a:rPr lang="tr-TR" sz="1400" b="1" dirty="0">
              <a:solidFill>
                <a:schemeClr val="tx1"/>
              </a:solidFill>
            </a:rPr>
            <a:t>Herkes her şeyi aynı adla tanımalı</a:t>
          </a:r>
        </a:p>
      </dgm:t>
    </dgm:pt>
    <dgm:pt modelId="{28947765-4FA8-4827-9F43-952B2DD36E87}" type="parTrans" cxnId="{4091933B-175A-459D-8FCC-DD05714CA22E}">
      <dgm:prSet/>
      <dgm:spPr/>
      <dgm:t>
        <a:bodyPr/>
        <a:lstStyle/>
        <a:p>
          <a:endParaRPr lang="tr-TR" sz="1400"/>
        </a:p>
      </dgm:t>
    </dgm:pt>
    <dgm:pt modelId="{AB8C6E6A-A438-4852-AEF7-C52034956C2C}" type="sibTrans" cxnId="{4091933B-175A-459D-8FCC-DD05714CA22E}">
      <dgm:prSet/>
      <dgm:spPr/>
      <dgm:t>
        <a:bodyPr/>
        <a:lstStyle/>
        <a:p>
          <a:endParaRPr lang="tr-TR" sz="1400"/>
        </a:p>
      </dgm:t>
    </dgm:pt>
    <dgm:pt modelId="{CDCC9840-FE82-444F-A089-7A7E7AB1954F}">
      <dgm:prSet custT="1"/>
      <dgm:spPr/>
      <dgm:t>
        <a:bodyPr/>
        <a:lstStyle/>
        <a:p>
          <a:r>
            <a:rPr lang="tr-TR" sz="1400" b="1" dirty="0">
              <a:solidFill>
                <a:schemeClr val="tx1"/>
              </a:solidFill>
            </a:rPr>
            <a:t>Malzeme çeşidi azaltılmaya çalışılmalı</a:t>
          </a:r>
        </a:p>
      </dgm:t>
    </dgm:pt>
    <dgm:pt modelId="{B2A607AA-10C2-4507-8B16-D87D4E5E96F4}" type="parTrans" cxnId="{584EF7B1-B798-4517-ABBA-FF2778A006F4}">
      <dgm:prSet/>
      <dgm:spPr/>
      <dgm:t>
        <a:bodyPr/>
        <a:lstStyle/>
        <a:p>
          <a:endParaRPr lang="tr-TR" sz="1400"/>
        </a:p>
      </dgm:t>
    </dgm:pt>
    <dgm:pt modelId="{99851E00-381E-46AA-95B8-42D424371083}" type="sibTrans" cxnId="{584EF7B1-B798-4517-ABBA-FF2778A006F4}">
      <dgm:prSet/>
      <dgm:spPr/>
      <dgm:t>
        <a:bodyPr/>
        <a:lstStyle/>
        <a:p>
          <a:endParaRPr lang="tr-TR" sz="1400"/>
        </a:p>
      </dgm:t>
    </dgm:pt>
    <dgm:pt modelId="{9D5C9640-DC8A-4EC3-849D-1D9BC41D957D}">
      <dgm:prSet custT="1"/>
      <dgm:spPr/>
      <dgm:t>
        <a:bodyPr/>
        <a:lstStyle/>
        <a:p>
          <a:r>
            <a:rPr lang="tr-TR" sz="1400" b="1" dirty="0">
              <a:solidFill>
                <a:schemeClr val="tx1"/>
              </a:solidFill>
            </a:rPr>
            <a:t>Kablolar kodlanmalı</a:t>
          </a:r>
        </a:p>
      </dgm:t>
    </dgm:pt>
    <dgm:pt modelId="{FECEA392-1738-4BC5-BE0A-D0DF02686DDC}" type="parTrans" cxnId="{0DD6D4D6-B8DC-415B-8699-9BB56870B6F2}">
      <dgm:prSet/>
      <dgm:spPr/>
      <dgm:t>
        <a:bodyPr/>
        <a:lstStyle/>
        <a:p>
          <a:endParaRPr lang="tr-TR" sz="1400"/>
        </a:p>
      </dgm:t>
    </dgm:pt>
    <dgm:pt modelId="{B82AB703-8893-4FFB-A836-54ADA3724A6A}" type="sibTrans" cxnId="{0DD6D4D6-B8DC-415B-8699-9BB56870B6F2}">
      <dgm:prSet/>
      <dgm:spPr/>
      <dgm:t>
        <a:bodyPr/>
        <a:lstStyle/>
        <a:p>
          <a:endParaRPr lang="tr-TR" sz="1400"/>
        </a:p>
      </dgm:t>
    </dgm:pt>
    <dgm:pt modelId="{486657E6-4CC2-4D65-9F0B-C6BEFCCF4515}">
      <dgm:prSet custT="1"/>
      <dgm:spPr/>
      <dgm:t>
        <a:bodyPr/>
        <a:lstStyle/>
        <a:p>
          <a:r>
            <a:rPr lang="tr-TR" sz="1400" b="1">
              <a:solidFill>
                <a:schemeClr val="tx1"/>
              </a:solidFill>
            </a:rPr>
            <a:t>Depolama </a:t>
          </a:r>
          <a:r>
            <a:rPr lang="tr-TR" sz="1400" b="1" dirty="0">
              <a:solidFill>
                <a:schemeClr val="tx1"/>
              </a:solidFill>
            </a:rPr>
            <a:t>duvar boyunca yapılmalı</a:t>
          </a:r>
        </a:p>
      </dgm:t>
    </dgm:pt>
    <dgm:pt modelId="{440A51AA-4BC9-4B15-80B7-EC2F889F0BC9}" type="parTrans" cxnId="{0A81FACB-C4C0-4AAE-B3FF-8E34693B0939}">
      <dgm:prSet/>
      <dgm:spPr/>
      <dgm:t>
        <a:bodyPr/>
        <a:lstStyle/>
        <a:p>
          <a:endParaRPr lang="tr-TR" sz="1400"/>
        </a:p>
      </dgm:t>
    </dgm:pt>
    <dgm:pt modelId="{7BAFB277-8466-46DF-A0AF-FFAF8E3B1476}" type="sibTrans" cxnId="{0A81FACB-C4C0-4AAE-B3FF-8E34693B0939}">
      <dgm:prSet/>
      <dgm:spPr/>
      <dgm:t>
        <a:bodyPr/>
        <a:lstStyle/>
        <a:p>
          <a:endParaRPr lang="tr-TR" sz="1400"/>
        </a:p>
      </dgm:t>
    </dgm:pt>
    <dgm:pt modelId="{DF16CF95-FCA3-492B-9C16-DA4A1C2930AF}">
      <dgm:prSet custT="1"/>
      <dgm:spPr/>
      <dgm:t>
        <a:bodyPr/>
        <a:lstStyle/>
        <a:p>
          <a:r>
            <a:rPr lang="tr-TR" sz="1400" b="1" dirty="0">
              <a:solidFill>
                <a:schemeClr val="tx1"/>
              </a:solidFill>
            </a:rPr>
            <a:t>Akışkan hatları uygun renklerde boyanmalı, akış   yönleri oklarla belirtilmeli</a:t>
          </a:r>
        </a:p>
      </dgm:t>
    </dgm:pt>
    <dgm:pt modelId="{339A25E8-5188-4C39-A76B-F8D74B71AD15}" type="parTrans" cxnId="{BB88B54B-BD99-47C8-A6BB-F2A9015D0037}">
      <dgm:prSet/>
      <dgm:spPr/>
      <dgm:t>
        <a:bodyPr/>
        <a:lstStyle/>
        <a:p>
          <a:endParaRPr lang="tr-TR"/>
        </a:p>
      </dgm:t>
    </dgm:pt>
    <dgm:pt modelId="{F6AA5318-C374-4A97-9946-8C52B426B645}" type="sibTrans" cxnId="{BB88B54B-BD99-47C8-A6BB-F2A9015D0037}">
      <dgm:prSet/>
      <dgm:spPr/>
      <dgm:t>
        <a:bodyPr/>
        <a:lstStyle/>
        <a:p>
          <a:endParaRPr lang="tr-TR"/>
        </a:p>
      </dgm:t>
    </dgm:pt>
    <dgm:pt modelId="{967AD31D-7135-4BBF-8B0C-8901158806C5}" type="pres">
      <dgm:prSet presAssocID="{EE9A6A08-D8BC-4FA6-8D00-A5BF554BB699}" presName="diagram" presStyleCnt="0">
        <dgm:presLayoutVars>
          <dgm:dir/>
          <dgm:resizeHandles val="exact"/>
        </dgm:presLayoutVars>
      </dgm:prSet>
      <dgm:spPr/>
    </dgm:pt>
    <dgm:pt modelId="{01E1E4FA-B74C-48FF-81C3-15D0774534CA}" type="pres">
      <dgm:prSet presAssocID="{37B7FFEC-4418-4688-ADE0-E6AA70DBBD87}" presName="node" presStyleLbl="node1" presStyleIdx="0" presStyleCnt="9" custLinFactNeighborX="-2316" custLinFactNeighborY="-200">
        <dgm:presLayoutVars>
          <dgm:bulletEnabled val="1"/>
        </dgm:presLayoutVars>
      </dgm:prSet>
      <dgm:spPr/>
    </dgm:pt>
    <dgm:pt modelId="{4E50969B-56A1-4477-A1BE-21C59643969A}" type="pres">
      <dgm:prSet presAssocID="{484956FA-6CD3-4EF1-8938-5AF1BE7CFC89}" presName="sibTrans" presStyleCnt="0"/>
      <dgm:spPr/>
    </dgm:pt>
    <dgm:pt modelId="{AD97B5C7-BBA1-4C0E-9D68-CED0D1243300}" type="pres">
      <dgm:prSet presAssocID="{6AD48581-4CD2-4A34-AED9-2941972BFC3A}" presName="node" presStyleLbl="node1" presStyleIdx="1" presStyleCnt="9">
        <dgm:presLayoutVars>
          <dgm:bulletEnabled val="1"/>
        </dgm:presLayoutVars>
      </dgm:prSet>
      <dgm:spPr/>
    </dgm:pt>
    <dgm:pt modelId="{53E90D76-E2D0-4869-8C75-F1CDCB7BD75C}" type="pres">
      <dgm:prSet presAssocID="{AB8C6E6A-A438-4852-AEF7-C52034956C2C}" presName="sibTrans" presStyleCnt="0"/>
      <dgm:spPr/>
    </dgm:pt>
    <dgm:pt modelId="{741452CD-36B3-4A3E-9F31-B6FD76D49668}" type="pres">
      <dgm:prSet presAssocID="{CDCC9840-FE82-444F-A089-7A7E7AB1954F}" presName="node" presStyleLbl="node1" presStyleIdx="2" presStyleCnt="9">
        <dgm:presLayoutVars>
          <dgm:bulletEnabled val="1"/>
        </dgm:presLayoutVars>
      </dgm:prSet>
      <dgm:spPr/>
    </dgm:pt>
    <dgm:pt modelId="{450D5EB0-2911-4A0A-89DC-6D9021E0E1AF}" type="pres">
      <dgm:prSet presAssocID="{99851E00-381E-46AA-95B8-42D424371083}" presName="sibTrans" presStyleCnt="0"/>
      <dgm:spPr/>
    </dgm:pt>
    <dgm:pt modelId="{74C58703-3326-4B27-B165-5EC389C9D055}" type="pres">
      <dgm:prSet presAssocID="{9D5C9640-DC8A-4EC3-849D-1D9BC41D957D}" presName="node" presStyleLbl="node1" presStyleIdx="3" presStyleCnt="9">
        <dgm:presLayoutVars>
          <dgm:bulletEnabled val="1"/>
        </dgm:presLayoutVars>
      </dgm:prSet>
      <dgm:spPr/>
    </dgm:pt>
    <dgm:pt modelId="{89F93338-3666-4888-9731-0953D28CF114}" type="pres">
      <dgm:prSet presAssocID="{B82AB703-8893-4FFB-A836-54ADA3724A6A}" presName="sibTrans" presStyleCnt="0"/>
      <dgm:spPr/>
    </dgm:pt>
    <dgm:pt modelId="{9B9B890A-6DF9-4FC7-A0F8-4CDB3C0F68AA}" type="pres">
      <dgm:prSet presAssocID="{DF16CF95-FCA3-492B-9C16-DA4A1C2930AF}" presName="node" presStyleLbl="node1" presStyleIdx="4" presStyleCnt="9">
        <dgm:presLayoutVars>
          <dgm:bulletEnabled val="1"/>
        </dgm:presLayoutVars>
      </dgm:prSet>
      <dgm:spPr/>
    </dgm:pt>
    <dgm:pt modelId="{6F027153-E28D-421E-95BB-DC7421148906}" type="pres">
      <dgm:prSet presAssocID="{F6AA5318-C374-4A97-9946-8C52B426B645}" presName="sibTrans" presStyleCnt="0"/>
      <dgm:spPr/>
    </dgm:pt>
    <dgm:pt modelId="{599E40BD-B067-41AA-8F93-9391932E7BD1}" type="pres">
      <dgm:prSet presAssocID="{486657E6-4CC2-4D65-9F0B-C6BEFCCF4515}" presName="node" presStyleLbl="node1" presStyleIdx="5" presStyleCnt="9">
        <dgm:presLayoutVars>
          <dgm:bulletEnabled val="1"/>
        </dgm:presLayoutVars>
      </dgm:prSet>
      <dgm:spPr/>
    </dgm:pt>
    <dgm:pt modelId="{5DB9D8A2-81F0-41C7-8752-B4616578D955}" type="pres">
      <dgm:prSet presAssocID="{7BAFB277-8466-46DF-A0AF-FFAF8E3B1476}" presName="sibTrans" presStyleCnt="0"/>
      <dgm:spPr/>
    </dgm:pt>
    <dgm:pt modelId="{E80AD3D1-608E-476B-B678-302901411C12}" type="pres">
      <dgm:prSet presAssocID="{B23BE62A-DE73-4771-B093-7BB95B12DCB3}" presName="node" presStyleLbl="node1" presStyleIdx="6" presStyleCnt="9">
        <dgm:presLayoutVars>
          <dgm:bulletEnabled val="1"/>
        </dgm:presLayoutVars>
      </dgm:prSet>
      <dgm:spPr/>
    </dgm:pt>
    <dgm:pt modelId="{89964DEC-90AA-4709-8CA3-6F61BA988E01}" type="pres">
      <dgm:prSet presAssocID="{0A5651D1-CB36-4508-9D5E-B17B4B9A52FD}" presName="sibTrans" presStyleCnt="0"/>
      <dgm:spPr/>
    </dgm:pt>
    <dgm:pt modelId="{B0797396-827D-44B1-B399-35C9DD760D5B}" type="pres">
      <dgm:prSet presAssocID="{BD349BA3-2DF5-4EAB-8672-51D20134D768}" presName="node" presStyleLbl="node1" presStyleIdx="7" presStyleCnt="9">
        <dgm:presLayoutVars>
          <dgm:bulletEnabled val="1"/>
        </dgm:presLayoutVars>
      </dgm:prSet>
      <dgm:spPr/>
    </dgm:pt>
    <dgm:pt modelId="{2B3DB6F8-9230-44F3-99E5-D04CA348829D}" type="pres">
      <dgm:prSet presAssocID="{66293DA5-E7B2-4B6F-89BF-7CFA93C427BE}" presName="sibTrans" presStyleCnt="0"/>
      <dgm:spPr/>
    </dgm:pt>
    <dgm:pt modelId="{F1BF5353-2A4F-4D59-8305-4662AE8510B4}" type="pres">
      <dgm:prSet presAssocID="{996AE8E1-20C1-4129-8E9C-C4C318161052}" presName="node" presStyleLbl="node1" presStyleIdx="8" presStyleCnt="9">
        <dgm:presLayoutVars>
          <dgm:bulletEnabled val="1"/>
        </dgm:presLayoutVars>
      </dgm:prSet>
      <dgm:spPr/>
    </dgm:pt>
  </dgm:ptLst>
  <dgm:cxnLst>
    <dgm:cxn modelId="{F9FAFD15-E90C-45AC-B052-A92C4FC7CC42}" srcId="{EE9A6A08-D8BC-4FA6-8D00-A5BF554BB699}" destId="{996AE8E1-20C1-4129-8E9C-C4C318161052}" srcOrd="8" destOrd="0" parTransId="{5EDDE38D-C234-4E3A-99BB-C43F7EF08FB1}" sibTransId="{78ECBCF2-F7E7-4416-94D6-EB907C980817}"/>
    <dgm:cxn modelId="{4091933B-175A-459D-8FCC-DD05714CA22E}" srcId="{EE9A6A08-D8BC-4FA6-8D00-A5BF554BB699}" destId="{6AD48581-4CD2-4A34-AED9-2941972BFC3A}" srcOrd="1" destOrd="0" parTransId="{28947765-4FA8-4827-9F43-952B2DD36E87}" sibTransId="{AB8C6E6A-A438-4852-AEF7-C52034956C2C}"/>
    <dgm:cxn modelId="{59839240-1058-4E51-BD91-00B85E70B2E0}" type="presOf" srcId="{BD349BA3-2DF5-4EAB-8672-51D20134D768}" destId="{B0797396-827D-44B1-B399-35C9DD760D5B}" srcOrd="0" destOrd="0" presId="urn:microsoft.com/office/officeart/2005/8/layout/default"/>
    <dgm:cxn modelId="{BB88B54B-BD99-47C8-A6BB-F2A9015D0037}" srcId="{EE9A6A08-D8BC-4FA6-8D00-A5BF554BB699}" destId="{DF16CF95-FCA3-492B-9C16-DA4A1C2930AF}" srcOrd="4" destOrd="0" parTransId="{339A25E8-5188-4C39-A76B-F8D74B71AD15}" sibTransId="{F6AA5318-C374-4A97-9946-8C52B426B645}"/>
    <dgm:cxn modelId="{7863A898-DE1B-4E34-B7D0-58BADF4AFF97}" srcId="{EE9A6A08-D8BC-4FA6-8D00-A5BF554BB699}" destId="{B23BE62A-DE73-4771-B093-7BB95B12DCB3}" srcOrd="6" destOrd="0" parTransId="{5F8FC43B-98DF-4390-B79C-4D77AECC7C78}" sibTransId="{0A5651D1-CB36-4508-9D5E-B17B4B9A52FD}"/>
    <dgm:cxn modelId="{FF3C679C-0D53-4FB0-871E-32AAE9A51118}" srcId="{EE9A6A08-D8BC-4FA6-8D00-A5BF554BB699}" destId="{BD349BA3-2DF5-4EAB-8672-51D20134D768}" srcOrd="7" destOrd="0" parTransId="{643D64A1-5B7A-48F6-B3EC-5FD71293EE8F}" sibTransId="{66293DA5-E7B2-4B6F-89BF-7CFA93C427BE}"/>
    <dgm:cxn modelId="{02C5BDA1-666D-480F-AEE9-F379BC8F824A}" type="presOf" srcId="{37B7FFEC-4418-4688-ADE0-E6AA70DBBD87}" destId="{01E1E4FA-B74C-48FF-81C3-15D0774534CA}" srcOrd="0" destOrd="0" presId="urn:microsoft.com/office/officeart/2005/8/layout/default"/>
    <dgm:cxn modelId="{57BA42A7-6854-44CA-8F9B-8A892B813C8C}" type="presOf" srcId="{9D5C9640-DC8A-4EC3-849D-1D9BC41D957D}" destId="{74C58703-3326-4B27-B165-5EC389C9D055}" srcOrd="0" destOrd="0" presId="urn:microsoft.com/office/officeart/2005/8/layout/default"/>
    <dgm:cxn modelId="{584EF7B1-B798-4517-ABBA-FF2778A006F4}" srcId="{EE9A6A08-D8BC-4FA6-8D00-A5BF554BB699}" destId="{CDCC9840-FE82-444F-A089-7A7E7AB1954F}" srcOrd="2" destOrd="0" parTransId="{B2A607AA-10C2-4507-8B16-D87D4E5E96F4}" sibTransId="{99851E00-381E-46AA-95B8-42D424371083}"/>
    <dgm:cxn modelId="{DD3337CA-16A8-4253-BA2E-EEDAAEAA1BF7}" type="presOf" srcId="{6AD48581-4CD2-4A34-AED9-2941972BFC3A}" destId="{AD97B5C7-BBA1-4C0E-9D68-CED0D1243300}" srcOrd="0" destOrd="0" presId="urn:microsoft.com/office/officeart/2005/8/layout/default"/>
    <dgm:cxn modelId="{0A81FACB-C4C0-4AAE-B3FF-8E34693B0939}" srcId="{EE9A6A08-D8BC-4FA6-8D00-A5BF554BB699}" destId="{486657E6-4CC2-4D65-9F0B-C6BEFCCF4515}" srcOrd="5" destOrd="0" parTransId="{440A51AA-4BC9-4B15-80B7-EC2F889F0BC9}" sibTransId="{7BAFB277-8466-46DF-A0AF-FFAF8E3B1476}"/>
    <dgm:cxn modelId="{0DD6D4D6-B8DC-415B-8699-9BB56870B6F2}" srcId="{EE9A6A08-D8BC-4FA6-8D00-A5BF554BB699}" destId="{9D5C9640-DC8A-4EC3-849D-1D9BC41D957D}" srcOrd="3" destOrd="0" parTransId="{FECEA392-1738-4BC5-BE0A-D0DF02686DDC}" sibTransId="{B82AB703-8893-4FFB-A836-54ADA3724A6A}"/>
    <dgm:cxn modelId="{FCC22ED9-B291-4AFE-BE0F-A11662405226}" type="presOf" srcId="{486657E6-4CC2-4D65-9F0B-C6BEFCCF4515}" destId="{599E40BD-B067-41AA-8F93-9391932E7BD1}" srcOrd="0" destOrd="0" presId="urn:microsoft.com/office/officeart/2005/8/layout/default"/>
    <dgm:cxn modelId="{63289FDB-123A-483A-835A-2BED8ECF44AD}" type="presOf" srcId="{EE9A6A08-D8BC-4FA6-8D00-A5BF554BB699}" destId="{967AD31D-7135-4BBF-8B0C-8901158806C5}" srcOrd="0" destOrd="0" presId="urn:microsoft.com/office/officeart/2005/8/layout/default"/>
    <dgm:cxn modelId="{C670D6E3-1D77-46A3-AE19-B064EF0F999E}" type="presOf" srcId="{CDCC9840-FE82-444F-A089-7A7E7AB1954F}" destId="{741452CD-36B3-4A3E-9F31-B6FD76D49668}" srcOrd="0" destOrd="0" presId="urn:microsoft.com/office/officeart/2005/8/layout/default"/>
    <dgm:cxn modelId="{FE605FF1-2D25-46F4-A426-6F62F0A5AFA6}" type="presOf" srcId="{996AE8E1-20C1-4129-8E9C-C4C318161052}" destId="{F1BF5353-2A4F-4D59-8305-4662AE8510B4}" srcOrd="0" destOrd="0" presId="urn:microsoft.com/office/officeart/2005/8/layout/default"/>
    <dgm:cxn modelId="{8129BCF3-82F2-4A7F-A16E-8700CED7C819}" srcId="{EE9A6A08-D8BC-4FA6-8D00-A5BF554BB699}" destId="{37B7FFEC-4418-4688-ADE0-E6AA70DBBD87}" srcOrd="0" destOrd="0" parTransId="{5ABC44EF-8D81-4229-9BE6-2B25A0F08A20}" sibTransId="{484956FA-6CD3-4EF1-8938-5AF1BE7CFC89}"/>
    <dgm:cxn modelId="{FBB600F7-7B27-4FAC-BDAE-32D9FCA1FB11}" type="presOf" srcId="{B23BE62A-DE73-4771-B093-7BB95B12DCB3}" destId="{E80AD3D1-608E-476B-B678-302901411C12}" srcOrd="0" destOrd="0" presId="urn:microsoft.com/office/officeart/2005/8/layout/default"/>
    <dgm:cxn modelId="{0B1BD4F8-87DF-4FCA-867D-B43A20C0AAD3}" type="presOf" srcId="{DF16CF95-FCA3-492B-9C16-DA4A1C2930AF}" destId="{9B9B890A-6DF9-4FC7-A0F8-4CDB3C0F68AA}" srcOrd="0" destOrd="0" presId="urn:microsoft.com/office/officeart/2005/8/layout/default"/>
    <dgm:cxn modelId="{13521E62-D5F9-4614-B49E-6FB811602CA3}" type="presParOf" srcId="{967AD31D-7135-4BBF-8B0C-8901158806C5}" destId="{01E1E4FA-B74C-48FF-81C3-15D0774534CA}" srcOrd="0" destOrd="0" presId="urn:microsoft.com/office/officeart/2005/8/layout/default"/>
    <dgm:cxn modelId="{F48D5D59-5189-4FC4-8C78-79DAED89AD2A}" type="presParOf" srcId="{967AD31D-7135-4BBF-8B0C-8901158806C5}" destId="{4E50969B-56A1-4477-A1BE-21C59643969A}" srcOrd="1" destOrd="0" presId="urn:microsoft.com/office/officeart/2005/8/layout/default"/>
    <dgm:cxn modelId="{A33F4662-E38F-418A-97B1-A337EAE56F9C}" type="presParOf" srcId="{967AD31D-7135-4BBF-8B0C-8901158806C5}" destId="{AD97B5C7-BBA1-4C0E-9D68-CED0D1243300}" srcOrd="2" destOrd="0" presId="urn:microsoft.com/office/officeart/2005/8/layout/default"/>
    <dgm:cxn modelId="{1DAF99EC-A5DE-48B4-8230-450D9D3588C0}" type="presParOf" srcId="{967AD31D-7135-4BBF-8B0C-8901158806C5}" destId="{53E90D76-E2D0-4869-8C75-F1CDCB7BD75C}" srcOrd="3" destOrd="0" presId="urn:microsoft.com/office/officeart/2005/8/layout/default"/>
    <dgm:cxn modelId="{4AB6B4F1-8476-44D0-9741-85829A0E445F}" type="presParOf" srcId="{967AD31D-7135-4BBF-8B0C-8901158806C5}" destId="{741452CD-36B3-4A3E-9F31-B6FD76D49668}" srcOrd="4" destOrd="0" presId="urn:microsoft.com/office/officeart/2005/8/layout/default"/>
    <dgm:cxn modelId="{18652177-36DB-49CF-B8E5-C1BCF5D8547F}" type="presParOf" srcId="{967AD31D-7135-4BBF-8B0C-8901158806C5}" destId="{450D5EB0-2911-4A0A-89DC-6D9021E0E1AF}" srcOrd="5" destOrd="0" presId="urn:microsoft.com/office/officeart/2005/8/layout/default"/>
    <dgm:cxn modelId="{8C25D365-E7AC-4550-98A7-0B21768B3C79}" type="presParOf" srcId="{967AD31D-7135-4BBF-8B0C-8901158806C5}" destId="{74C58703-3326-4B27-B165-5EC389C9D055}" srcOrd="6" destOrd="0" presId="urn:microsoft.com/office/officeart/2005/8/layout/default"/>
    <dgm:cxn modelId="{F4F3F42A-2C8B-47CA-8BBD-5D1C94FAD7A6}" type="presParOf" srcId="{967AD31D-7135-4BBF-8B0C-8901158806C5}" destId="{89F93338-3666-4888-9731-0953D28CF114}" srcOrd="7" destOrd="0" presId="urn:microsoft.com/office/officeart/2005/8/layout/default"/>
    <dgm:cxn modelId="{6A4EA06C-97E4-4B8A-9524-CCD45F34C589}" type="presParOf" srcId="{967AD31D-7135-4BBF-8B0C-8901158806C5}" destId="{9B9B890A-6DF9-4FC7-A0F8-4CDB3C0F68AA}" srcOrd="8" destOrd="0" presId="urn:microsoft.com/office/officeart/2005/8/layout/default"/>
    <dgm:cxn modelId="{86D93D41-CC22-4B8D-873C-ED225D79C355}" type="presParOf" srcId="{967AD31D-7135-4BBF-8B0C-8901158806C5}" destId="{6F027153-E28D-421E-95BB-DC7421148906}" srcOrd="9" destOrd="0" presId="urn:microsoft.com/office/officeart/2005/8/layout/default"/>
    <dgm:cxn modelId="{B2897ADB-28D6-495B-B0F0-2EDEAAE75C6B}" type="presParOf" srcId="{967AD31D-7135-4BBF-8B0C-8901158806C5}" destId="{599E40BD-B067-41AA-8F93-9391932E7BD1}" srcOrd="10" destOrd="0" presId="urn:microsoft.com/office/officeart/2005/8/layout/default"/>
    <dgm:cxn modelId="{CEF91029-D574-4182-A83F-DAA2BD93A230}" type="presParOf" srcId="{967AD31D-7135-4BBF-8B0C-8901158806C5}" destId="{5DB9D8A2-81F0-41C7-8752-B4616578D955}" srcOrd="11" destOrd="0" presId="urn:microsoft.com/office/officeart/2005/8/layout/default"/>
    <dgm:cxn modelId="{D7102199-B630-414B-AB3D-C78A21AE990E}" type="presParOf" srcId="{967AD31D-7135-4BBF-8B0C-8901158806C5}" destId="{E80AD3D1-608E-476B-B678-302901411C12}" srcOrd="12" destOrd="0" presId="urn:microsoft.com/office/officeart/2005/8/layout/default"/>
    <dgm:cxn modelId="{EDC1FA20-81BA-470A-8BE1-C311B37C7709}" type="presParOf" srcId="{967AD31D-7135-4BBF-8B0C-8901158806C5}" destId="{89964DEC-90AA-4709-8CA3-6F61BA988E01}" srcOrd="13" destOrd="0" presId="urn:microsoft.com/office/officeart/2005/8/layout/default"/>
    <dgm:cxn modelId="{8CDB6974-3D9F-40BA-B760-4C8F2C988446}" type="presParOf" srcId="{967AD31D-7135-4BBF-8B0C-8901158806C5}" destId="{B0797396-827D-44B1-B399-35C9DD760D5B}" srcOrd="14" destOrd="0" presId="urn:microsoft.com/office/officeart/2005/8/layout/default"/>
    <dgm:cxn modelId="{7E2E21D7-34DA-4CB8-8403-DE1798D74AE1}" type="presParOf" srcId="{967AD31D-7135-4BBF-8B0C-8901158806C5}" destId="{2B3DB6F8-9230-44F3-99E5-D04CA348829D}" srcOrd="15" destOrd="0" presId="urn:microsoft.com/office/officeart/2005/8/layout/default"/>
    <dgm:cxn modelId="{D196D18C-ACDD-46DE-B9E4-9ADF8F500738}" type="presParOf" srcId="{967AD31D-7135-4BBF-8B0C-8901158806C5}" destId="{F1BF5353-2A4F-4D59-8305-4662AE8510B4}" srcOrd="16" destOrd="0" presId="urn:microsoft.com/office/officeart/2005/8/layout/default"/>
  </dgm:cxnLst>
  <dgm:bg/>
  <dgm:whole/>
  <dgm:extLst>
    <a:ext uri="http://schemas.microsoft.com/office/drawing/2008/diagram">
      <dsp:dataModelExt xmlns:dsp="http://schemas.microsoft.com/office/drawing/2008/diagram" relId="rId13"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BE0545-A461-4B3A-B820-9AD73F2FAFC6}" type="doc">
      <dgm:prSet loTypeId="urn:microsoft.com/office/officeart/2005/8/layout/list1" loCatId="list" qsTypeId="urn:microsoft.com/office/officeart/2005/8/quickstyle/simple4" qsCatId="simple" csTypeId="urn:microsoft.com/office/officeart/2005/8/colors/colorful2" csCatId="colorful" phldr="1"/>
      <dgm:spPr/>
      <dgm:t>
        <a:bodyPr/>
        <a:lstStyle/>
        <a:p>
          <a:endParaRPr lang="tr-TR"/>
        </a:p>
      </dgm:t>
    </dgm:pt>
    <dgm:pt modelId="{EAB004AF-E41B-4D07-9761-9DE5E1AA00E2}">
      <dgm:prSet custT="1"/>
      <dgm:spPr/>
      <dgm:t>
        <a:bodyPr/>
        <a:lstStyle/>
        <a:p>
          <a:pPr rtl="0"/>
          <a:r>
            <a:rPr lang="tr-TR" sz="900" b="1" dirty="0"/>
            <a:t>Makinelerde yağ sızıntısı yok	</a:t>
          </a:r>
          <a:endParaRPr lang="tr-TR" sz="900" dirty="0"/>
        </a:p>
      </dgm:t>
    </dgm:pt>
    <dgm:pt modelId="{96787A70-5CC5-4E58-977C-6D27D68AA24A}" type="parTrans" cxnId="{2BCEEBE3-DAC1-45F1-A0B5-8BE3CAC60853}">
      <dgm:prSet/>
      <dgm:spPr/>
      <dgm:t>
        <a:bodyPr/>
        <a:lstStyle/>
        <a:p>
          <a:endParaRPr lang="tr-TR" sz="1100"/>
        </a:p>
      </dgm:t>
    </dgm:pt>
    <dgm:pt modelId="{44692B24-6C73-48C1-B24B-30178F3F05B0}" type="sibTrans" cxnId="{2BCEEBE3-DAC1-45F1-A0B5-8BE3CAC60853}">
      <dgm:prSet/>
      <dgm:spPr/>
      <dgm:t>
        <a:bodyPr/>
        <a:lstStyle/>
        <a:p>
          <a:endParaRPr lang="tr-TR" sz="1100"/>
        </a:p>
      </dgm:t>
    </dgm:pt>
    <dgm:pt modelId="{897BF814-C69B-4FB5-81B4-02B532C6A15C}">
      <dgm:prSet custT="1"/>
      <dgm:spPr/>
      <dgm:t>
        <a:bodyPr/>
        <a:lstStyle/>
        <a:p>
          <a:pPr rtl="0"/>
          <a:r>
            <a:rPr lang="tr-TR" sz="900" b="1" dirty="0"/>
            <a:t>Yerlerde eski ve kullanılmış madde (yağ, </a:t>
          </a:r>
          <a:r>
            <a:rPr lang="tr-TR" sz="900" b="1" dirty="0" err="1"/>
            <a:t>üstübü</a:t>
          </a:r>
          <a:r>
            <a:rPr lang="tr-TR" sz="900" b="1" dirty="0"/>
            <a:t>, vida </a:t>
          </a:r>
          <a:r>
            <a:rPr lang="tr-TR" sz="900" b="1" dirty="0" err="1"/>
            <a:t>vb</a:t>
          </a:r>
          <a:r>
            <a:rPr lang="tr-TR" sz="900" b="1" dirty="0"/>
            <a:t>) yok</a:t>
          </a:r>
          <a:endParaRPr lang="tr-TR" sz="900" dirty="0"/>
        </a:p>
      </dgm:t>
    </dgm:pt>
    <dgm:pt modelId="{5FEF140F-C73C-4592-9CC5-2E82B65F3F2D}" type="parTrans" cxnId="{11CD1485-A0F3-4AEF-966F-676B0830A1D0}">
      <dgm:prSet/>
      <dgm:spPr/>
      <dgm:t>
        <a:bodyPr/>
        <a:lstStyle/>
        <a:p>
          <a:endParaRPr lang="tr-TR" sz="1100"/>
        </a:p>
      </dgm:t>
    </dgm:pt>
    <dgm:pt modelId="{DB05E581-4C42-468A-B330-E144B513D50F}" type="sibTrans" cxnId="{11CD1485-A0F3-4AEF-966F-676B0830A1D0}">
      <dgm:prSet/>
      <dgm:spPr/>
      <dgm:t>
        <a:bodyPr/>
        <a:lstStyle/>
        <a:p>
          <a:endParaRPr lang="tr-TR" sz="1100"/>
        </a:p>
      </dgm:t>
    </dgm:pt>
    <dgm:pt modelId="{CA6181B7-722D-4159-9BFB-92338B703147}">
      <dgm:prSet custT="1"/>
      <dgm:spPr/>
      <dgm:t>
        <a:bodyPr/>
        <a:lstStyle/>
        <a:p>
          <a:pPr rtl="0"/>
          <a:r>
            <a:rPr lang="tr-TR" sz="900" b="1" dirty="0"/>
            <a:t>Hiç bir yerde işlevsiz araç gereç yok	</a:t>
          </a:r>
          <a:endParaRPr lang="tr-TR" sz="900" dirty="0"/>
        </a:p>
      </dgm:t>
    </dgm:pt>
    <dgm:pt modelId="{C39002B9-35CA-46FD-AF1F-716CA8F2C06D}" type="parTrans" cxnId="{EF8F6BDF-5604-482A-B905-5EFE9940FCD6}">
      <dgm:prSet/>
      <dgm:spPr/>
      <dgm:t>
        <a:bodyPr/>
        <a:lstStyle/>
        <a:p>
          <a:endParaRPr lang="tr-TR" sz="1100"/>
        </a:p>
      </dgm:t>
    </dgm:pt>
    <dgm:pt modelId="{0F868F26-B1E1-46A5-A238-760905E023A3}" type="sibTrans" cxnId="{EF8F6BDF-5604-482A-B905-5EFE9940FCD6}">
      <dgm:prSet/>
      <dgm:spPr/>
      <dgm:t>
        <a:bodyPr/>
        <a:lstStyle/>
        <a:p>
          <a:endParaRPr lang="tr-TR" sz="1100"/>
        </a:p>
      </dgm:t>
    </dgm:pt>
    <dgm:pt modelId="{91A3C020-1501-45FF-91C5-8106365598E6}">
      <dgm:prSet custT="1"/>
      <dgm:spPr/>
      <dgm:t>
        <a:bodyPr/>
        <a:lstStyle/>
        <a:p>
          <a:pPr rtl="0"/>
          <a:r>
            <a:rPr lang="tr-TR" sz="900" b="1" dirty="0"/>
            <a:t>Ekipmanda korozyon yok, boyaları temiz durumda	</a:t>
          </a:r>
          <a:endParaRPr lang="tr-TR" sz="900" dirty="0"/>
        </a:p>
      </dgm:t>
    </dgm:pt>
    <dgm:pt modelId="{C0608A1E-7D93-424F-8FF2-76239DBE7B87}" type="parTrans" cxnId="{11039669-D531-4B8B-83C6-209803AB672B}">
      <dgm:prSet/>
      <dgm:spPr/>
      <dgm:t>
        <a:bodyPr/>
        <a:lstStyle/>
        <a:p>
          <a:endParaRPr lang="tr-TR" sz="1100"/>
        </a:p>
      </dgm:t>
    </dgm:pt>
    <dgm:pt modelId="{851D11C5-A450-49D1-BEC4-C79C38F865AD}" type="sibTrans" cxnId="{11039669-D531-4B8B-83C6-209803AB672B}">
      <dgm:prSet/>
      <dgm:spPr/>
      <dgm:t>
        <a:bodyPr/>
        <a:lstStyle/>
        <a:p>
          <a:endParaRPr lang="tr-TR" sz="1100"/>
        </a:p>
      </dgm:t>
    </dgm:pt>
    <dgm:pt modelId="{4BFECD70-B37F-4E8C-9E7F-3421826A64A0}">
      <dgm:prSet custT="1"/>
      <dgm:spPr/>
      <dgm:t>
        <a:bodyPr/>
        <a:lstStyle/>
        <a:p>
          <a:pPr rtl="0"/>
          <a:r>
            <a:rPr lang="tr-TR" sz="900" b="1" dirty="0" err="1"/>
            <a:t>Takımhanede</a:t>
          </a:r>
          <a:r>
            <a:rPr lang="tr-TR" sz="900" b="1" dirty="0"/>
            <a:t> tüm ekipmanlar etiketli ve yerinde saklanmakta</a:t>
          </a:r>
          <a:endParaRPr lang="tr-TR" sz="900" dirty="0"/>
        </a:p>
      </dgm:t>
    </dgm:pt>
    <dgm:pt modelId="{18E791A6-1118-41FF-8B0E-5DF32EA3A0BD}" type="parTrans" cxnId="{AD772B91-C661-4A46-999D-E38DAC1B6FC4}">
      <dgm:prSet/>
      <dgm:spPr/>
      <dgm:t>
        <a:bodyPr/>
        <a:lstStyle/>
        <a:p>
          <a:endParaRPr lang="tr-TR" sz="1100"/>
        </a:p>
      </dgm:t>
    </dgm:pt>
    <dgm:pt modelId="{862F5E46-C1A5-423E-94BA-4C3761DBD1EC}" type="sibTrans" cxnId="{AD772B91-C661-4A46-999D-E38DAC1B6FC4}">
      <dgm:prSet/>
      <dgm:spPr/>
      <dgm:t>
        <a:bodyPr/>
        <a:lstStyle/>
        <a:p>
          <a:endParaRPr lang="tr-TR" sz="1100"/>
        </a:p>
      </dgm:t>
    </dgm:pt>
    <dgm:pt modelId="{6DFF1739-8830-46CF-A26E-74F7AFC89801}">
      <dgm:prSet custT="1"/>
      <dgm:spPr/>
      <dgm:t>
        <a:bodyPr/>
        <a:lstStyle/>
        <a:p>
          <a:pPr rtl="0"/>
          <a:r>
            <a:rPr lang="tr-TR" sz="900" b="1" dirty="0"/>
            <a:t>İş Güvenliği ve uyarı levhaları temiz ve okunaklı	</a:t>
          </a:r>
          <a:endParaRPr lang="tr-TR" sz="900" dirty="0"/>
        </a:p>
      </dgm:t>
    </dgm:pt>
    <dgm:pt modelId="{FBDDED9E-4764-4EC2-8CE7-B523DA3E4B01}" type="parTrans" cxnId="{A730E580-D806-4B95-B079-84E978BCDD2A}">
      <dgm:prSet/>
      <dgm:spPr/>
      <dgm:t>
        <a:bodyPr/>
        <a:lstStyle/>
        <a:p>
          <a:endParaRPr lang="tr-TR" sz="1100"/>
        </a:p>
      </dgm:t>
    </dgm:pt>
    <dgm:pt modelId="{FDA07DDA-9104-492C-9439-CCDCEA5BB4B2}" type="sibTrans" cxnId="{A730E580-D806-4B95-B079-84E978BCDD2A}">
      <dgm:prSet/>
      <dgm:spPr/>
      <dgm:t>
        <a:bodyPr/>
        <a:lstStyle/>
        <a:p>
          <a:endParaRPr lang="tr-TR" sz="1100"/>
        </a:p>
      </dgm:t>
    </dgm:pt>
    <dgm:pt modelId="{37FC7FDB-EC0D-4F49-8790-30DBEFAEDE1B}">
      <dgm:prSet custT="1"/>
      <dgm:spPr/>
      <dgm:t>
        <a:bodyPr/>
        <a:lstStyle/>
        <a:p>
          <a:pPr rtl="0"/>
          <a:r>
            <a:rPr lang="tr-TR" sz="900" b="1" dirty="0"/>
            <a:t>Yangın söndürme tüpleri yerinde ve kullanıma hazır	</a:t>
          </a:r>
          <a:endParaRPr lang="tr-TR" sz="900" dirty="0"/>
        </a:p>
      </dgm:t>
    </dgm:pt>
    <dgm:pt modelId="{94B9ADF9-1A31-4AB8-AAE8-B20F9BAD3B92}" type="parTrans" cxnId="{73800556-D0C1-41C9-81B6-0AE0A4D265C4}">
      <dgm:prSet/>
      <dgm:spPr/>
      <dgm:t>
        <a:bodyPr/>
        <a:lstStyle/>
        <a:p>
          <a:endParaRPr lang="tr-TR" sz="1100"/>
        </a:p>
      </dgm:t>
    </dgm:pt>
    <dgm:pt modelId="{F38579B8-9B7A-4710-9C27-6BF3E9C6BDAF}" type="sibTrans" cxnId="{73800556-D0C1-41C9-81B6-0AE0A4D265C4}">
      <dgm:prSet/>
      <dgm:spPr/>
      <dgm:t>
        <a:bodyPr/>
        <a:lstStyle/>
        <a:p>
          <a:endParaRPr lang="tr-TR" sz="1100"/>
        </a:p>
      </dgm:t>
    </dgm:pt>
    <dgm:pt modelId="{9B26BCD7-9F8C-4DFF-B49E-3B512F1544FA}">
      <dgm:prSet custT="1"/>
      <dgm:spPr/>
      <dgm:t>
        <a:bodyPr/>
        <a:lstStyle/>
        <a:p>
          <a:pPr rtl="0"/>
          <a:r>
            <a:rPr lang="tr-TR" sz="900" b="1" dirty="0"/>
            <a:t>Aydınlatma lambaları çalışır durumda ve üstünde toz yok	</a:t>
          </a:r>
          <a:endParaRPr lang="tr-TR" sz="900" dirty="0"/>
        </a:p>
      </dgm:t>
    </dgm:pt>
    <dgm:pt modelId="{2DFE5A19-BD0D-46A3-92CB-D239E952E4A0}" type="parTrans" cxnId="{196081B6-EC5A-4104-B803-5E623E1E7814}">
      <dgm:prSet/>
      <dgm:spPr/>
      <dgm:t>
        <a:bodyPr/>
        <a:lstStyle/>
        <a:p>
          <a:endParaRPr lang="tr-TR" sz="1100"/>
        </a:p>
      </dgm:t>
    </dgm:pt>
    <dgm:pt modelId="{8BEF8E99-DBDF-4550-B74E-5967AD8D7BD7}" type="sibTrans" cxnId="{196081B6-EC5A-4104-B803-5E623E1E7814}">
      <dgm:prSet/>
      <dgm:spPr/>
      <dgm:t>
        <a:bodyPr/>
        <a:lstStyle/>
        <a:p>
          <a:endParaRPr lang="tr-TR" sz="1100"/>
        </a:p>
      </dgm:t>
    </dgm:pt>
    <dgm:pt modelId="{BBEF7B05-545F-4611-8DFB-ED352E75B482}">
      <dgm:prSet custT="1"/>
      <dgm:spPr/>
      <dgm:t>
        <a:bodyPr/>
        <a:lstStyle/>
        <a:p>
          <a:pPr rtl="0"/>
          <a:r>
            <a:rPr lang="tr-TR" sz="900" b="1" dirty="0"/>
            <a:t>Prizlerde voltaj etiketi mevcut	</a:t>
          </a:r>
          <a:endParaRPr lang="tr-TR" sz="900" dirty="0"/>
        </a:p>
      </dgm:t>
    </dgm:pt>
    <dgm:pt modelId="{F4F0C9D3-2948-4B57-84B8-613453B285A3}" type="parTrans" cxnId="{95E1FF16-3B8F-4619-97D8-937825F017A1}">
      <dgm:prSet/>
      <dgm:spPr/>
      <dgm:t>
        <a:bodyPr/>
        <a:lstStyle/>
        <a:p>
          <a:endParaRPr lang="tr-TR" sz="1100"/>
        </a:p>
      </dgm:t>
    </dgm:pt>
    <dgm:pt modelId="{298CAE02-D660-4D3F-87D8-BB5CF3C9E085}" type="sibTrans" cxnId="{95E1FF16-3B8F-4619-97D8-937825F017A1}">
      <dgm:prSet/>
      <dgm:spPr/>
      <dgm:t>
        <a:bodyPr/>
        <a:lstStyle/>
        <a:p>
          <a:endParaRPr lang="tr-TR" sz="1100"/>
        </a:p>
      </dgm:t>
    </dgm:pt>
    <dgm:pt modelId="{C990EE31-2512-4579-AD34-9796DE62F176}">
      <dgm:prSet custT="1"/>
      <dgm:spPr/>
      <dgm:t>
        <a:bodyPr/>
        <a:lstStyle/>
        <a:p>
          <a:pPr rtl="0"/>
          <a:r>
            <a:rPr lang="tr-TR" sz="1000" b="1" dirty="0"/>
            <a:t>Alan ve alt alanların temizlik kriterlerini belirle;</a:t>
          </a:r>
          <a:endParaRPr lang="tr-TR" sz="1000" dirty="0"/>
        </a:p>
      </dgm:t>
    </dgm:pt>
    <dgm:pt modelId="{F7B8F6B7-29F4-47C0-8B0F-DEC4B82EB479}" type="sibTrans" cxnId="{6DBB81E4-0AAB-44F1-9647-BE36E8D4C4DB}">
      <dgm:prSet/>
      <dgm:spPr/>
      <dgm:t>
        <a:bodyPr/>
        <a:lstStyle/>
        <a:p>
          <a:endParaRPr lang="tr-TR" sz="1100"/>
        </a:p>
      </dgm:t>
    </dgm:pt>
    <dgm:pt modelId="{AB023422-D932-411E-804E-5742607700DD}" type="parTrans" cxnId="{6DBB81E4-0AAB-44F1-9647-BE36E8D4C4DB}">
      <dgm:prSet/>
      <dgm:spPr/>
      <dgm:t>
        <a:bodyPr/>
        <a:lstStyle/>
        <a:p>
          <a:endParaRPr lang="tr-TR" sz="1100"/>
        </a:p>
      </dgm:t>
    </dgm:pt>
    <dgm:pt modelId="{F898A4F0-E4A7-4DA3-B3D4-7D7C7D4005E9}" type="pres">
      <dgm:prSet presAssocID="{CFBE0545-A461-4B3A-B820-9AD73F2FAFC6}" presName="linear" presStyleCnt="0">
        <dgm:presLayoutVars>
          <dgm:dir/>
          <dgm:animLvl val="lvl"/>
          <dgm:resizeHandles val="exact"/>
        </dgm:presLayoutVars>
      </dgm:prSet>
      <dgm:spPr/>
    </dgm:pt>
    <dgm:pt modelId="{FE3292FB-75F8-4569-AB3B-DB970D094492}" type="pres">
      <dgm:prSet presAssocID="{C990EE31-2512-4579-AD34-9796DE62F176}" presName="parentLin" presStyleCnt="0"/>
      <dgm:spPr/>
    </dgm:pt>
    <dgm:pt modelId="{E3D3BFC1-4D4F-47DD-82E2-AE3303A6D374}" type="pres">
      <dgm:prSet presAssocID="{C990EE31-2512-4579-AD34-9796DE62F176}" presName="parentLeftMargin" presStyleLbl="node1" presStyleIdx="0" presStyleCnt="1"/>
      <dgm:spPr/>
    </dgm:pt>
    <dgm:pt modelId="{E5D39D37-7522-4783-B684-B03D9238B1E3}" type="pres">
      <dgm:prSet presAssocID="{C990EE31-2512-4579-AD34-9796DE62F176}" presName="parentText" presStyleLbl="node1" presStyleIdx="0" presStyleCnt="1" custScaleX="119841" custScaleY="51508" custLinFactNeighborX="-17929" custLinFactNeighborY="14555">
        <dgm:presLayoutVars>
          <dgm:chMax val="0"/>
          <dgm:bulletEnabled val="1"/>
        </dgm:presLayoutVars>
      </dgm:prSet>
      <dgm:spPr/>
    </dgm:pt>
    <dgm:pt modelId="{499F8729-AD9D-4325-BFC5-D88FBC9C0CA7}" type="pres">
      <dgm:prSet presAssocID="{C990EE31-2512-4579-AD34-9796DE62F176}" presName="negativeSpace" presStyleCnt="0"/>
      <dgm:spPr/>
    </dgm:pt>
    <dgm:pt modelId="{51FEA390-19FB-4A35-BDFF-FF9787079937}" type="pres">
      <dgm:prSet presAssocID="{C990EE31-2512-4579-AD34-9796DE62F176}" presName="childText" presStyleLbl="conFgAcc1" presStyleIdx="0" presStyleCnt="1" custLinFactNeighborY="-11343">
        <dgm:presLayoutVars>
          <dgm:bulletEnabled val="1"/>
        </dgm:presLayoutVars>
      </dgm:prSet>
      <dgm:spPr/>
    </dgm:pt>
  </dgm:ptLst>
  <dgm:cxnLst>
    <dgm:cxn modelId="{F9539707-212F-46B2-AEE6-E356512F681C}" type="presOf" srcId="{C990EE31-2512-4579-AD34-9796DE62F176}" destId="{E5D39D37-7522-4783-B684-B03D9238B1E3}" srcOrd="1" destOrd="0" presId="urn:microsoft.com/office/officeart/2005/8/layout/list1"/>
    <dgm:cxn modelId="{95E1FF16-3B8F-4619-97D8-937825F017A1}" srcId="{C990EE31-2512-4579-AD34-9796DE62F176}" destId="{BBEF7B05-545F-4611-8DFB-ED352E75B482}" srcOrd="8" destOrd="0" parTransId="{F4F0C9D3-2948-4B57-84B8-613453B285A3}" sibTransId="{298CAE02-D660-4D3F-87D8-BB5CF3C9E085}"/>
    <dgm:cxn modelId="{18DB6A5B-43FC-4072-9886-7A6F028E78BD}" type="presOf" srcId="{CA6181B7-722D-4159-9BFB-92338B703147}" destId="{51FEA390-19FB-4A35-BDFF-FF9787079937}" srcOrd="0" destOrd="2" presId="urn:microsoft.com/office/officeart/2005/8/layout/list1"/>
    <dgm:cxn modelId="{11039669-D531-4B8B-83C6-209803AB672B}" srcId="{C990EE31-2512-4579-AD34-9796DE62F176}" destId="{91A3C020-1501-45FF-91C5-8106365598E6}" srcOrd="3" destOrd="0" parTransId="{C0608A1E-7D93-424F-8FF2-76239DBE7B87}" sibTransId="{851D11C5-A450-49D1-BEC4-C79C38F865AD}"/>
    <dgm:cxn modelId="{0432756C-47BC-4B34-B5A8-E52398C44B51}" type="presOf" srcId="{9B26BCD7-9F8C-4DFF-B49E-3B512F1544FA}" destId="{51FEA390-19FB-4A35-BDFF-FF9787079937}" srcOrd="0" destOrd="7" presId="urn:microsoft.com/office/officeart/2005/8/layout/list1"/>
    <dgm:cxn modelId="{DAF19051-F423-4D2E-A84A-15A07218EE59}" type="presOf" srcId="{4BFECD70-B37F-4E8C-9E7F-3421826A64A0}" destId="{51FEA390-19FB-4A35-BDFF-FF9787079937}" srcOrd="0" destOrd="4" presId="urn:microsoft.com/office/officeart/2005/8/layout/list1"/>
    <dgm:cxn modelId="{73800556-D0C1-41C9-81B6-0AE0A4D265C4}" srcId="{C990EE31-2512-4579-AD34-9796DE62F176}" destId="{37FC7FDB-EC0D-4F49-8790-30DBEFAEDE1B}" srcOrd="6" destOrd="0" parTransId="{94B9ADF9-1A31-4AB8-AAE8-B20F9BAD3B92}" sibTransId="{F38579B8-9B7A-4710-9C27-6BF3E9C6BDAF}"/>
    <dgm:cxn modelId="{504B5659-E172-4743-B1E9-B3FF7EF5AE19}" type="presOf" srcId="{C990EE31-2512-4579-AD34-9796DE62F176}" destId="{E3D3BFC1-4D4F-47DD-82E2-AE3303A6D374}" srcOrd="0" destOrd="0" presId="urn:microsoft.com/office/officeart/2005/8/layout/list1"/>
    <dgm:cxn modelId="{A730E580-D806-4B95-B079-84E978BCDD2A}" srcId="{C990EE31-2512-4579-AD34-9796DE62F176}" destId="{6DFF1739-8830-46CF-A26E-74F7AFC89801}" srcOrd="5" destOrd="0" parTransId="{FBDDED9E-4764-4EC2-8CE7-B523DA3E4B01}" sibTransId="{FDA07DDA-9104-492C-9439-CCDCEA5BB4B2}"/>
    <dgm:cxn modelId="{11CD1485-A0F3-4AEF-966F-676B0830A1D0}" srcId="{C990EE31-2512-4579-AD34-9796DE62F176}" destId="{897BF814-C69B-4FB5-81B4-02B532C6A15C}" srcOrd="1" destOrd="0" parTransId="{5FEF140F-C73C-4592-9CC5-2E82B65F3F2D}" sibTransId="{DB05E581-4C42-468A-B330-E144B513D50F}"/>
    <dgm:cxn modelId="{F6E2E98D-46BB-4E08-887D-168C9DFA35AD}" type="presOf" srcId="{EAB004AF-E41B-4D07-9761-9DE5E1AA00E2}" destId="{51FEA390-19FB-4A35-BDFF-FF9787079937}" srcOrd="0" destOrd="0" presId="urn:microsoft.com/office/officeart/2005/8/layout/list1"/>
    <dgm:cxn modelId="{AD772B91-C661-4A46-999D-E38DAC1B6FC4}" srcId="{C990EE31-2512-4579-AD34-9796DE62F176}" destId="{4BFECD70-B37F-4E8C-9E7F-3421826A64A0}" srcOrd="4" destOrd="0" parTransId="{18E791A6-1118-41FF-8B0E-5DF32EA3A0BD}" sibTransId="{862F5E46-C1A5-423E-94BA-4C3761DBD1EC}"/>
    <dgm:cxn modelId="{4F9FED9C-CA66-42C4-80F1-006ED583207F}" type="presOf" srcId="{6DFF1739-8830-46CF-A26E-74F7AFC89801}" destId="{51FEA390-19FB-4A35-BDFF-FF9787079937}" srcOrd="0" destOrd="5" presId="urn:microsoft.com/office/officeart/2005/8/layout/list1"/>
    <dgm:cxn modelId="{FE9D5DA4-4FA9-4429-9B51-62AD0101C830}" type="presOf" srcId="{91A3C020-1501-45FF-91C5-8106365598E6}" destId="{51FEA390-19FB-4A35-BDFF-FF9787079937}" srcOrd="0" destOrd="3" presId="urn:microsoft.com/office/officeart/2005/8/layout/list1"/>
    <dgm:cxn modelId="{196081B6-EC5A-4104-B803-5E623E1E7814}" srcId="{C990EE31-2512-4579-AD34-9796DE62F176}" destId="{9B26BCD7-9F8C-4DFF-B49E-3B512F1544FA}" srcOrd="7" destOrd="0" parTransId="{2DFE5A19-BD0D-46A3-92CB-D239E952E4A0}" sibTransId="{8BEF8E99-DBDF-4550-B74E-5967AD8D7BD7}"/>
    <dgm:cxn modelId="{6AD728C3-4DD4-48F5-A3AF-490664FC4528}" type="presOf" srcId="{BBEF7B05-545F-4611-8DFB-ED352E75B482}" destId="{51FEA390-19FB-4A35-BDFF-FF9787079937}" srcOrd="0" destOrd="8" presId="urn:microsoft.com/office/officeart/2005/8/layout/list1"/>
    <dgm:cxn modelId="{894976C6-29C3-4066-B69B-4FF3E1699682}" type="presOf" srcId="{CFBE0545-A461-4B3A-B820-9AD73F2FAFC6}" destId="{F898A4F0-E4A7-4DA3-B3D4-7D7C7D4005E9}" srcOrd="0" destOrd="0" presId="urn:microsoft.com/office/officeart/2005/8/layout/list1"/>
    <dgm:cxn modelId="{278309C9-456D-4CE4-8629-6762DD125AA7}" type="presOf" srcId="{37FC7FDB-EC0D-4F49-8790-30DBEFAEDE1B}" destId="{51FEA390-19FB-4A35-BDFF-FF9787079937}" srcOrd="0" destOrd="6" presId="urn:microsoft.com/office/officeart/2005/8/layout/list1"/>
    <dgm:cxn modelId="{EF8F6BDF-5604-482A-B905-5EFE9940FCD6}" srcId="{C990EE31-2512-4579-AD34-9796DE62F176}" destId="{CA6181B7-722D-4159-9BFB-92338B703147}" srcOrd="2" destOrd="0" parTransId="{C39002B9-35CA-46FD-AF1F-716CA8F2C06D}" sibTransId="{0F868F26-B1E1-46A5-A238-760905E023A3}"/>
    <dgm:cxn modelId="{2BCEEBE3-DAC1-45F1-A0B5-8BE3CAC60853}" srcId="{C990EE31-2512-4579-AD34-9796DE62F176}" destId="{EAB004AF-E41B-4D07-9761-9DE5E1AA00E2}" srcOrd="0" destOrd="0" parTransId="{96787A70-5CC5-4E58-977C-6D27D68AA24A}" sibTransId="{44692B24-6C73-48C1-B24B-30178F3F05B0}"/>
    <dgm:cxn modelId="{6DBB81E4-0AAB-44F1-9647-BE36E8D4C4DB}" srcId="{CFBE0545-A461-4B3A-B820-9AD73F2FAFC6}" destId="{C990EE31-2512-4579-AD34-9796DE62F176}" srcOrd="0" destOrd="0" parTransId="{AB023422-D932-411E-804E-5742607700DD}" sibTransId="{F7B8F6B7-29F4-47C0-8B0F-DEC4B82EB479}"/>
    <dgm:cxn modelId="{9A0365F2-A2EA-40C7-A3CA-5BEDAEB347D5}" type="presOf" srcId="{897BF814-C69B-4FB5-81B4-02B532C6A15C}" destId="{51FEA390-19FB-4A35-BDFF-FF9787079937}" srcOrd="0" destOrd="1" presId="urn:microsoft.com/office/officeart/2005/8/layout/list1"/>
    <dgm:cxn modelId="{2695C0BC-7CEA-41F6-8D20-F0E869B18B8D}" type="presParOf" srcId="{F898A4F0-E4A7-4DA3-B3D4-7D7C7D4005E9}" destId="{FE3292FB-75F8-4569-AB3B-DB970D094492}" srcOrd="0" destOrd="0" presId="urn:microsoft.com/office/officeart/2005/8/layout/list1"/>
    <dgm:cxn modelId="{784EFE7E-7124-4EEF-A450-90B51A3DB2E9}" type="presParOf" srcId="{FE3292FB-75F8-4569-AB3B-DB970D094492}" destId="{E3D3BFC1-4D4F-47DD-82E2-AE3303A6D374}" srcOrd="0" destOrd="0" presId="urn:microsoft.com/office/officeart/2005/8/layout/list1"/>
    <dgm:cxn modelId="{67C3594C-E78D-4E2D-BCD1-86F89D72055C}" type="presParOf" srcId="{FE3292FB-75F8-4569-AB3B-DB970D094492}" destId="{E5D39D37-7522-4783-B684-B03D9238B1E3}" srcOrd="1" destOrd="0" presId="urn:microsoft.com/office/officeart/2005/8/layout/list1"/>
    <dgm:cxn modelId="{FE71614B-1205-4E5B-A82D-F6FBDF02F4F0}" type="presParOf" srcId="{F898A4F0-E4A7-4DA3-B3D4-7D7C7D4005E9}" destId="{499F8729-AD9D-4325-BFC5-D88FBC9C0CA7}" srcOrd="1" destOrd="0" presId="urn:microsoft.com/office/officeart/2005/8/layout/list1"/>
    <dgm:cxn modelId="{56634475-26D0-466A-A13B-0340B4B18295}" type="presParOf" srcId="{F898A4F0-E4A7-4DA3-B3D4-7D7C7D4005E9}" destId="{51FEA390-19FB-4A35-BDFF-FF9787079937}" srcOrd="2" destOrd="0" presId="urn:microsoft.com/office/officeart/2005/8/layout/list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4FCE1BFF-E65C-4CC3-A893-1557FE9ED97F}"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tr-TR"/>
        </a:p>
      </dgm:t>
    </dgm:pt>
    <dgm:pt modelId="{5E7DA1C9-83D2-4FDB-9081-CF6CFC7BD2A1}">
      <dgm:prSet phldrT="[Metin]"/>
      <dgm:spPr/>
      <dgm:t>
        <a:bodyPr/>
        <a:lstStyle/>
        <a:p>
          <a:pPr>
            <a:buFont typeface="Arial" panose="020B0604020202020204" pitchFamily="34" charset="0"/>
            <a:buChar char="•"/>
          </a:pPr>
          <a:r>
            <a:rPr lang="tr-TR" dirty="0"/>
            <a:t>5S adımlarının sürdürülebilir olması amacı ile;</a:t>
          </a:r>
        </a:p>
      </dgm:t>
    </dgm:pt>
    <dgm:pt modelId="{008D76CB-E9F8-4778-BDCC-A44CC637252E}" type="parTrans" cxnId="{FFD86BE1-7213-4538-BA37-FE63CE31BAC1}">
      <dgm:prSet/>
      <dgm:spPr/>
      <dgm:t>
        <a:bodyPr/>
        <a:lstStyle/>
        <a:p>
          <a:endParaRPr lang="tr-TR"/>
        </a:p>
      </dgm:t>
    </dgm:pt>
    <dgm:pt modelId="{EEE7CF19-08BF-4759-8546-F2C974B27DD6}" type="sibTrans" cxnId="{FFD86BE1-7213-4538-BA37-FE63CE31BAC1}">
      <dgm:prSet/>
      <dgm:spPr/>
      <dgm:t>
        <a:bodyPr/>
        <a:lstStyle/>
        <a:p>
          <a:endParaRPr lang="tr-TR"/>
        </a:p>
      </dgm:t>
    </dgm:pt>
    <dgm:pt modelId="{75D64158-F5B3-4AC8-A17B-344D161B9CEB}">
      <dgm:prSet phldrT="[Metin]"/>
      <dgm:spPr/>
      <dgm:t>
        <a:bodyPr/>
        <a:lstStyle/>
        <a:p>
          <a:r>
            <a:rPr lang="tr-TR" dirty="0"/>
            <a:t>Eğitimlerin sürekli hale getirilmesi</a:t>
          </a:r>
        </a:p>
      </dgm:t>
    </dgm:pt>
    <dgm:pt modelId="{71CA7EE2-8960-4C2D-A2D9-27689B10F1AC}" type="parTrans" cxnId="{61E8FC64-02B3-4E9A-A1BF-86537BDC98DC}">
      <dgm:prSet/>
      <dgm:spPr/>
      <dgm:t>
        <a:bodyPr/>
        <a:lstStyle/>
        <a:p>
          <a:endParaRPr lang="tr-TR"/>
        </a:p>
      </dgm:t>
    </dgm:pt>
    <dgm:pt modelId="{AB66BA43-AF6D-4214-AF01-3CDAF0FBF89E}" type="sibTrans" cxnId="{61E8FC64-02B3-4E9A-A1BF-86537BDC98DC}">
      <dgm:prSet/>
      <dgm:spPr/>
      <dgm:t>
        <a:bodyPr/>
        <a:lstStyle/>
        <a:p>
          <a:endParaRPr lang="tr-TR"/>
        </a:p>
      </dgm:t>
    </dgm:pt>
    <dgm:pt modelId="{192D1CCB-1F03-4D0D-832F-1A4ACC70F36C}">
      <dgm:prSet phldrT="[Metin]"/>
      <dgm:spPr/>
      <dgm:t>
        <a:bodyPr/>
        <a:lstStyle/>
        <a:p>
          <a:r>
            <a:rPr lang="tr-TR" dirty="0"/>
            <a:t>Motivasyonun artırılması</a:t>
          </a:r>
        </a:p>
      </dgm:t>
    </dgm:pt>
    <dgm:pt modelId="{AA425B61-AC5B-49B8-AE11-2098AEF33D81}" type="parTrans" cxnId="{94E1CFBC-965A-4E9B-A97E-F3DF2EA0D44F}">
      <dgm:prSet/>
      <dgm:spPr/>
      <dgm:t>
        <a:bodyPr/>
        <a:lstStyle/>
        <a:p>
          <a:endParaRPr lang="tr-TR"/>
        </a:p>
      </dgm:t>
    </dgm:pt>
    <dgm:pt modelId="{4CFF73A6-22B1-420D-A47D-4B524AB50C7D}" type="sibTrans" cxnId="{94E1CFBC-965A-4E9B-A97E-F3DF2EA0D44F}">
      <dgm:prSet/>
      <dgm:spPr/>
      <dgm:t>
        <a:bodyPr/>
        <a:lstStyle/>
        <a:p>
          <a:endParaRPr lang="tr-TR"/>
        </a:p>
      </dgm:t>
    </dgm:pt>
    <dgm:pt modelId="{FBF0D375-DC57-4C15-96FF-172FF4567D7B}">
      <dgm:prSet phldrT="[Metin]"/>
      <dgm:spPr/>
      <dgm:t>
        <a:bodyPr/>
        <a:lstStyle/>
        <a:p>
          <a:r>
            <a:rPr lang="tr-TR" dirty="0"/>
            <a:t>Başarı ölçütlerinin belirlenmesi, takip edilmesi ve ünite içerisinde duyurulması</a:t>
          </a:r>
        </a:p>
      </dgm:t>
    </dgm:pt>
    <dgm:pt modelId="{5290EA4A-ADD2-4DC0-A907-8B00C940F363}" type="parTrans" cxnId="{FE86369A-30DF-4663-A016-2AE2B2BA3938}">
      <dgm:prSet/>
      <dgm:spPr/>
      <dgm:t>
        <a:bodyPr/>
        <a:lstStyle/>
        <a:p>
          <a:endParaRPr lang="tr-TR"/>
        </a:p>
      </dgm:t>
    </dgm:pt>
    <dgm:pt modelId="{CFC041D7-2E94-49CA-9346-EAEFD97A2C68}" type="sibTrans" cxnId="{FE86369A-30DF-4663-A016-2AE2B2BA3938}">
      <dgm:prSet/>
      <dgm:spPr/>
      <dgm:t>
        <a:bodyPr/>
        <a:lstStyle/>
        <a:p>
          <a:endParaRPr lang="tr-TR"/>
        </a:p>
      </dgm:t>
    </dgm:pt>
    <dgm:pt modelId="{36A3FDBF-5478-458D-83FF-A3DE79EF31C9}">
      <dgm:prSet phldrT="[Metin]"/>
      <dgm:spPr/>
      <dgm:t>
        <a:bodyPr/>
        <a:lstStyle/>
        <a:p>
          <a:r>
            <a:rPr lang="tr-TR" dirty="0"/>
            <a:t>İletişimin artırılması, iyi uygulamaların paylaşımlarının yapılması</a:t>
          </a:r>
        </a:p>
      </dgm:t>
    </dgm:pt>
    <dgm:pt modelId="{6BB26A49-3091-460D-968C-5F805DAF2F70}" type="parTrans" cxnId="{41EBCAB0-7ED8-417E-A0D6-8B5785E61EFA}">
      <dgm:prSet/>
      <dgm:spPr/>
      <dgm:t>
        <a:bodyPr/>
        <a:lstStyle/>
        <a:p>
          <a:endParaRPr lang="tr-TR"/>
        </a:p>
      </dgm:t>
    </dgm:pt>
    <dgm:pt modelId="{9DD8F5A4-DB52-47A2-9E9B-734F93993FD9}" type="sibTrans" cxnId="{41EBCAB0-7ED8-417E-A0D6-8B5785E61EFA}">
      <dgm:prSet/>
      <dgm:spPr/>
      <dgm:t>
        <a:bodyPr/>
        <a:lstStyle/>
        <a:p>
          <a:endParaRPr lang="tr-TR"/>
        </a:p>
      </dgm:t>
    </dgm:pt>
    <dgm:pt modelId="{FA7F73D8-538E-4D2F-8788-84A011A52F0A}">
      <dgm:prSet phldrT="[Metin]"/>
      <dgm:spPr/>
      <dgm:t>
        <a:bodyPr/>
        <a:lstStyle/>
        <a:p>
          <a:r>
            <a:rPr lang="tr-TR" dirty="0"/>
            <a:t>Kurallar geliştirilmesi, takibinin yapılması önemli yapı taşlarıdır. </a:t>
          </a:r>
        </a:p>
      </dgm:t>
    </dgm:pt>
    <dgm:pt modelId="{62D4077A-9AD4-465F-B6A1-93E0B2C2D2F2}" type="parTrans" cxnId="{6C9190A2-E595-4D37-8CF8-239AACF11CF4}">
      <dgm:prSet/>
      <dgm:spPr/>
      <dgm:t>
        <a:bodyPr/>
        <a:lstStyle/>
        <a:p>
          <a:endParaRPr lang="tr-TR"/>
        </a:p>
      </dgm:t>
    </dgm:pt>
    <dgm:pt modelId="{14BEEE81-2C38-4C10-952E-FC0DE6E33C04}" type="sibTrans" cxnId="{6C9190A2-E595-4D37-8CF8-239AACF11CF4}">
      <dgm:prSet/>
      <dgm:spPr/>
      <dgm:t>
        <a:bodyPr/>
        <a:lstStyle/>
        <a:p>
          <a:endParaRPr lang="tr-TR"/>
        </a:p>
      </dgm:t>
    </dgm:pt>
    <dgm:pt modelId="{FA36A300-6C1D-4805-AE2C-5BA6D739A45B}" type="pres">
      <dgm:prSet presAssocID="{4FCE1BFF-E65C-4CC3-A893-1557FE9ED97F}" presName="vert0" presStyleCnt="0">
        <dgm:presLayoutVars>
          <dgm:dir/>
          <dgm:animOne val="branch"/>
          <dgm:animLvl val="lvl"/>
        </dgm:presLayoutVars>
      </dgm:prSet>
      <dgm:spPr/>
    </dgm:pt>
    <dgm:pt modelId="{CAFACB0E-F909-4A92-90E4-A13B2F666740}" type="pres">
      <dgm:prSet presAssocID="{5E7DA1C9-83D2-4FDB-9081-CF6CFC7BD2A1}" presName="thickLine" presStyleLbl="alignNode1" presStyleIdx="0" presStyleCnt="1"/>
      <dgm:spPr/>
    </dgm:pt>
    <dgm:pt modelId="{EA64C19B-9CAC-422E-BCF6-2A23F0933EDB}" type="pres">
      <dgm:prSet presAssocID="{5E7DA1C9-83D2-4FDB-9081-CF6CFC7BD2A1}" presName="horz1" presStyleCnt="0"/>
      <dgm:spPr/>
    </dgm:pt>
    <dgm:pt modelId="{0D7F9AAB-C4FB-4A33-8676-F32DD947B3BA}" type="pres">
      <dgm:prSet presAssocID="{5E7DA1C9-83D2-4FDB-9081-CF6CFC7BD2A1}" presName="tx1" presStyleLbl="revTx" presStyleIdx="0" presStyleCnt="6"/>
      <dgm:spPr/>
    </dgm:pt>
    <dgm:pt modelId="{F3CC7988-1F8D-4F61-9D3B-74BED48D6E34}" type="pres">
      <dgm:prSet presAssocID="{5E7DA1C9-83D2-4FDB-9081-CF6CFC7BD2A1}" presName="vert1" presStyleCnt="0"/>
      <dgm:spPr/>
    </dgm:pt>
    <dgm:pt modelId="{82DCF938-EC10-4834-BAA1-375D381EDFC1}" type="pres">
      <dgm:prSet presAssocID="{75D64158-F5B3-4AC8-A17B-344D161B9CEB}" presName="vertSpace2a" presStyleCnt="0"/>
      <dgm:spPr/>
    </dgm:pt>
    <dgm:pt modelId="{5F581B67-8339-43AC-9F23-C5B4F2C3F50A}" type="pres">
      <dgm:prSet presAssocID="{75D64158-F5B3-4AC8-A17B-344D161B9CEB}" presName="horz2" presStyleCnt="0"/>
      <dgm:spPr/>
    </dgm:pt>
    <dgm:pt modelId="{65A351B9-CBE2-4789-AE6B-95C17E8A6DA5}" type="pres">
      <dgm:prSet presAssocID="{75D64158-F5B3-4AC8-A17B-344D161B9CEB}" presName="horzSpace2" presStyleCnt="0"/>
      <dgm:spPr/>
    </dgm:pt>
    <dgm:pt modelId="{DDA39A50-E606-4F5D-9B65-5C54CD36284B}" type="pres">
      <dgm:prSet presAssocID="{75D64158-F5B3-4AC8-A17B-344D161B9CEB}" presName="tx2" presStyleLbl="revTx" presStyleIdx="1" presStyleCnt="6"/>
      <dgm:spPr/>
    </dgm:pt>
    <dgm:pt modelId="{E6D883C1-35AD-4067-9B46-7DBB46B0BB40}" type="pres">
      <dgm:prSet presAssocID="{75D64158-F5B3-4AC8-A17B-344D161B9CEB}" presName="vert2" presStyleCnt="0"/>
      <dgm:spPr/>
    </dgm:pt>
    <dgm:pt modelId="{9273C42D-2925-4F50-AB4E-075F002D395E}" type="pres">
      <dgm:prSet presAssocID="{75D64158-F5B3-4AC8-A17B-344D161B9CEB}" presName="thinLine2b" presStyleLbl="callout" presStyleIdx="0" presStyleCnt="5"/>
      <dgm:spPr/>
    </dgm:pt>
    <dgm:pt modelId="{25E4BD9F-FEFC-4BB5-84C1-768C82DF68E4}" type="pres">
      <dgm:prSet presAssocID="{75D64158-F5B3-4AC8-A17B-344D161B9CEB}" presName="vertSpace2b" presStyleCnt="0"/>
      <dgm:spPr/>
    </dgm:pt>
    <dgm:pt modelId="{8BEEB24B-384A-40B6-9D69-90CBA616C4EC}" type="pres">
      <dgm:prSet presAssocID="{192D1CCB-1F03-4D0D-832F-1A4ACC70F36C}" presName="horz2" presStyleCnt="0"/>
      <dgm:spPr/>
    </dgm:pt>
    <dgm:pt modelId="{57112986-E36A-4A85-B67F-26A721FBE7CE}" type="pres">
      <dgm:prSet presAssocID="{192D1CCB-1F03-4D0D-832F-1A4ACC70F36C}" presName="horzSpace2" presStyleCnt="0"/>
      <dgm:spPr/>
    </dgm:pt>
    <dgm:pt modelId="{50815D26-821F-47A6-AE8C-D19233E1BFCF}" type="pres">
      <dgm:prSet presAssocID="{192D1CCB-1F03-4D0D-832F-1A4ACC70F36C}" presName="tx2" presStyleLbl="revTx" presStyleIdx="2" presStyleCnt="6"/>
      <dgm:spPr/>
    </dgm:pt>
    <dgm:pt modelId="{2FD1F0B2-7169-420E-B798-9E3F229550CF}" type="pres">
      <dgm:prSet presAssocID="{192D1CCB-1F03-4D0D-832F-1A4ACC70F36C}" presName="vert2" presStyleCnt="0"/>
      <dgm:spPr/>
    </dgm:pt>
    <dgm:pt modelId="{FE961A46-996D-40C4-9174-D242CE848048}" type="pres">
      <dgm:prSet presAssocID="{192D1CCB-1F03-4D0D-832F-1A4ACC70F36C}" presName="thinLine2b" presStyleLbl="callout" presStyleIdx="1" presStyleCnt="5"/>
      <dgm:spPr/>
    </dgm:pt>
    <dgm:pt modelId="{5D3A37E4-9CBF-440C-9935-09ECC5F4FB17}" type="pres">
      <dgm:prSet presAssocID="{192D1CCB-1F03-4D0D-832F-1A4ACC70F36C}" presName="vertSpace2b" presStyleCnt="0"/>
      <dgm:spPr/>
    </dgm:pt>
    <dgm:pt modelId="{D1418160-06E2-4F99-883F-1131CF195377}" type="pres">
      <dgm:prSet presAssocID="{FBF0D375-DC57-4C15-96FF-172FF4567D7B}" presName="horz2" presStyleCnt="0"/>
      <dgm:spPr/>
    </dgm:pt>
    <dgm:pt modelId="{F8107698-402D-4F39-9E25-98CB7C9643D4}" type="pres">
      <dgm:prSet presAssocID="{FBF0D375-DC57-4C15-96FF-172FF4567D7B}" presName="horzSpace2" presStyleCnt="0"/>
      <dgm:spPr/>
    </dgm:pt>
    <dgm:pt modelId="{B5D87107-4BE0-426F-AFE1-F38236B09D15}" type="pres">
      <dgm:prSet presAssocID="{FBF0D375-DC57-4C15-96FF-172FF4567D7B}" presName="tx2" presStyleLbl="revTx" presStyleIdx="3" presStyleCnt="6"/>
      <dgm:spPr/>
    </dgm:pt>
    <dgm:pt modelId="{1F58AADB-AF77-42E8-BF4D-AD1B609C0C9E}" type="pres">
      <dgm:prSet presAssocID="{FBF0D375-DC57-4C15-96FF-172FF4567D7B}" presName="vert2" presStyleCnt="0"/>
      <dgm:spPr/>
    </dgm:pt>
    <dgm:pt modelId="{62B719C4-CCCE-4F7E-B9FB-43958D60CE6F}" type="pres">
      <dgm:prSet presAssocID="{FBF0D375-DC57-4C15-96FF-172FF4567D7B}" presName="thinLine2b" presStyleLbl="callout" presStyleIdx="2" presStyleCnt="5"/>
      <dgm:spPr/>
    </dgm:pt>
    <dgm:pt modelId="{E52587FE-0B54-4C47-91E6-8E71952B8E4A}" type="pres">
      <dgm:prSet presAssocID="{FBF0D375-DC57-4C15-96FF-172FF4567D7B}" presName="vertSpace2b" presStyleCnt="0"/>
      <dgm:spPr/>
    </dgm:pt>
    <dgm:pt modelId="{09B5EC08-9AD3-4C81-9D26-D95CC78FF68B}" type="pres">
      <dgm:prSet presAssocID="{36A3FDBF-5478-458D-83FF-A3DE79EF31C9}" presName="horz2" presStyleCnt="0"/>
      <dgm:spPr/>
    </dgm:pt>
    <dgm:pt modelId="{4AC81B4C-FB78-4F05-B976-21BA1AEAF558}" type="pres">
      <dgm:prSet presAssocID="{36A3FDBF-5478-458D-83FF-A3DE79EF31C9}" presName="horzSpace2" presStyleCnt="0"/>
      <dgm:spPr/>
    </dgm:pt>
    <dgm:pt modelId="{8F535B69-E703-4489-94B2-2CCC97B272BB}" type="pres">
      <dgm:prSet presAssocID="{36A3FDBF-5478-458D-83FF-A3DE79EF31C9}" presName="tx2" presStyleLbl="revTx" presStyleIdx="4" presStyleCnt="6"/>
      <dgm:spPr/>
    </dgm:pt>
    <dgm:pt modelId="{43541DF8-F2B8-499D-925F-0A2ABB7A791D}" type="pres">
      <dgm:prSet presAssocID="{36A3FDBF-5478-458D-83FF-A3DE79EF31C9}" presName="vert2" presStyleCnt="0"/>
      <dgm:spPr/>
    </dgm:pt>
    <dgm:pt modelId="{047A41C8-EA90-4F90-9B3C-F9FDEBEDFF05}" type="pres">
      <dgm:prSet presAssocID="{36A3FDBF-5478-458D-83FF-A3DE79EF31C9}" presName="thinLine2b" presStyleLbl="callout" presStyleIdx="3" presStyleCnt="5"/>
      <dgm:spPr/>
    </dgm:pt>
    <dgm:pt modelId="{AC686731-B3D1-4CCB-9D29-C66A6B7ABCFA}" type="pres">
      <dgm:prSet presAssocID="{36A3FDBF-5478-458D-83FF-A3DE79EF31C9}" presName="vertSpace2b" presStyleCnt="0"/>
      <dgm:spPr/>
    </dgm:pt>
    <dgm:pt modelId="{D507EAF8-6071-4BFC-9F6D-6D328EF97341}" type="pres">
      <dgm:prSet presAssocID="{FA7F73D8-538E-4D2F-8788-84A011A52F0A}" presName="horz2" presStyleCnt="0"/>
      <dgm:spPr/>
    </dgm:pt>
    <dgm:pt modelId="{60672494-8806-4E6C-AC40-2F43D7B5EBC5}" type="pres">
      <dgm:prSet presAssocID="{FA7F73D8-538E-4D2F-8788-84A011A52F0A}" presName="horzSpace2" presStyleCnt="0"/>
      <dgm:spPr/>
    </dgm:pt>
    <dgm:pt modelId="{55266952-9E2F-4531-AC45-4B4008797D96}" type="pres">
      <dgm:prSet presAssocID="{FA7F73D8-538E-4D2F-8788-84A011A52F0A}" presName="tx2" presStyleLbl="revTx" presStyleIdx="5" presStyleCnt="6"/>
      <dgm:spPr/>
    </dgm:pt>
    <dgm:pt modelId="{CC2206E5-E184-4206-A30D-C6D9710E79FE}" type="pres">
      <dgm:prSet presAssocID="{FA7F73D8-538E-4D2F-8788-84A011A52F0A}" presName="vert2" presStyleCnt="0"/>
      <dgm:spPr/>
    </dgm:pt>
    <dgm:pt modelId="{F976F507-888D-47C5-88C9-E2B6618FCE6A}" type="pres">
      <dgm:prSet presAssocID="{FA7F73D8-538E-4D2F-8788-84A011A52F0A}" presName="thinLine2b" presStyleLbl="callout" presStyleIdx="4" presStyleCnt="5"/>
      <dgm:spPr/>
    </dgm:pt>
    <dgm:pt modelId="{4C65247E-A82F-4109-80CE-130E5BFB0E17}" type="pres">
      <dgm:prSet presAssocID="{FA7F73D8-538E-4D2F-8788-84A011A52F0A}" presName="vertSpace2b" presStyleCnt="0"/>
      <dgm:spPr/>
    </dgm:pt>
  </dgm:ptLst>
  <dgm:cxnLst>
    <dgm:cxn modelId="{EEE9AA05-840B-4BF9-9C50-F4778822276B}" type="presOf" srcId="{4FCE1BFF-E65C-4CC3-A893-1557FE9ED97F}" destId="{FA36A300-6C1D-4805-AE2C-5BA6D739A45B}" srcOrd="0" destOrd="0" presId="urn:microsoft.com/office/officeart/2008/layout/LinedList"/>
    <dgm:cxn modelId="{1F600C2F-3CA6-46C7-8790-1538E96B3F3E}" type="presOf" srcId="{FBF0D375-DC57-4C15-96FF-172FF4567D7B}" destId="{B5D87107-4BE0-426F-AFE1-F38236B09D15}" srcOrd="0" destOrd="0" presId="urn:microsoft.com/office/officeart/2008/layout/LinedList"/>
    <dgm:cxn modelId="{61E8FC64-02B3-4E9A-A1BF-86537BDC98DC}" srcId="{5E7DA1C9-83D2-4FDB-9081-CF6CFC7BD2A1}" destId="{75D64158-F5B3-4AC8-A17B-344D161B9CEB}" srcOrd="0" destOrd="0" parTransId="{71CA7EE2-8960-4C2D-A2D9-27689B10F1AC}" sibTransId="{AB66BA43-AF6D-4214-AF01-3CDAF0FBF89E}"/>
    <dgm:cxn modelId="{ACA3616F-46A9-440D-8923-E81E4EB7FD50}" type="presOf" srcId="{FA7F73D8-538E-4D2F-8788-84A011A52F0A}" destId="{55266952-9E2F-4531-AC45-4B4008797D96}" srcOrd="0" destOrd="0" presId="urn:microsoft.com/office/officeart/2008/layout/LinedList"/>
    <dgm:cxn modelId="{FE86369A-30DF-4663-A016-2AE2B2BA3938}" srcId="{5E7DA1C9-83D2-4FDB-9081-CF6CFC7BD2A1}" destId="{FBF0D375-DC57-4C15-96FF-172FF4567D7B}" srcOrd="2" destOrd="0" parTransId="{5290EA4A-ADD2-4DC0-A907-8B00C940F363}" sibTransId="{CFC041D7-2E94-49CA-9346-EAEFD97A2C68}"/>
    <dgm:cxn modelId="{E22F429E-FDC4-4B91-960C-D25B4803F8BE}" type="presOf" srcId="{5E7DA1C9-83D2-4FDB-9081-CF6CFC7BD2A1}" destId="{0D7F9AAB-C4FB-4A33-8676-F32DD947B3BA}" srcOrd="0" destOrd="0" presId="urn:microsoft.com/office/officeart/2008/layout/LinedList"/>
    <dgm:cxn modelId="{6C9190A2-E595-4D37-8CF8-239AACF11CF4}" srcId="{5E7DA1C9-83D2-4FDB-9081-CF6CFC7BD2A1}" destId="{FA7F73D8-538E-4D2F-8788-84A011A52F0A}" srcOrd="4" destOrd="0" parTransId="{62D4077A-9AD4-465F-B6A1-93E0B2C2D2F2}" sibTransId="{14BEEE81-2C38-4C10-952E-FC0DE6E33C04}"/>
    <dgm:cxn modelId="{41EBCAB0-7ED8-417E-A0D6-8B5785E61EFA}" srcId="{5E7DA1C9-83D2-4FDB-9081-CF6CFC7BD2A1}" destId="{36A3FDBF-5478-458D-83FF-A3DE79EF31C9}" srcOrd="3" destOrd="0" parTransId="{6BB26A49-3091-460D-968C-5F805DAF2F70}" sibTransId="{9DD8F5A4-DB52-47A2-9E9B-734F93993FD9}"/>
    <dgm:cxn modelId="{94E1CFBC-965A-4E9B-A97E-F3DF2EA0D44F}" srcId="{5E7DA1C9-83D2-4FDB-9081-CF6CFC7BD2A1}" destId="{192D1CCB-1F03-4D0D-832F-1A4ACC70F36C}" srcOrd="1" destOrd="0" parTransId="{AA425B61-AC5B-49B8-AE11-2098AEF33D81}" sibTransId="{4CFF73A6-22B1-420D-A47D-4B524AB50C7D}"/>
    <dgm:cxn modelId="{D55048CC-CD49-489D-B6DA-FE4F6FA806FE}" type="presOf" srcId="{36A3FDBF-5478-458D-83FF-A3DE79EF31C9}" destId="{8F535B69-E703-4489-94B2-2CCC97B272BB}" srcOrd="0" destOrd="0" presId="urn:microsoft.com/office/officeart/2008/layout/LinedList"/>
    <dgm:cxn modelId="{476969D7-1D5C-4E21-925E-52242BD70631}" type="presOf" srcId="{75D64158-F5B3-4AC8-A17B-344D161B9CEB}" destId="{DDA39A50-E606-4F5D-9B65-5C54CD36284B}" srcOrd="0" destOrd="0" presId="urn:microsoft.com/office/officeart/2008/layout/LinedList"/>
    <dgm:cxn modelId="{4A404FD7-2908-4E3F-837C-7DDB6D043269}" type="presOf" srcId="{192D1CCB-1F03-4D0D-832F-1A4ACC70F36C}" destId="{50815D26-821F-47A6-AE8C-D19233E1BFCF}" srcOrd="0" destOrd="0" presId="urn:microsoft.com/office/officeart/2008/layout/LinedList"/>
    <dgm:cxn modelId="{FFD86BE1-7213-4538-BA37-FE63CE31BAC1}" srcId="{4FCE1BFF-E65C-4CC3-A893-1557FE9ED97F}" destId="{5E7DA1C9-83D2-4FDB-9081-CF6CFC7BD2A1}" srcOrd="0" destOrd="0" parTransId="{008D76CB-E9F8-4778-BDCC-A44CC637252E}" sibTransId="{EEE7CF19-08BF-4759-8546-F2C974B27DD6}"/>
    <dgm:cxn modelId="{8B1B6891-879F-4DCD-B0B5-6B4778F410B5}" type="presParOf" srcId="{FA36A300-6C1D-4805-AE2C-5BA6D739A45B}" destId="{CAFACB0E-F909-4A92-90E4-A13B2F666740}" srcOrd="0" destOrd="0" presId="urn:microsoft.com/office/officeart/2008/layout/LinedList"/>
    <dgm:cxn modelId="{15EEA61C-3245-4084-9682-DE68BF73CC04}" type="presParOf" srcId="{FA36A300-6C1D-4805-AE2C-5BA6D739A45B}" destId="{EA64C19B-9CAC-422E-BCF6-2A23F0933EDB}" srcOrd="1" destOrd="0" presId="urn:microsoft.com/office/officeart/2008/layout/LinedList"/>
    <dgm:cxn modelId="{721947DC-D20F-4A6C-8A90-82F7DF4DC87B}" type="presParOf" srcId="{EA64C19B-9CAC-422E-BCF6-2A23F0933EDB}" destId="{0D7F9AAB-C4FB-4A33-8676-F32DD947B3BA}" srcOrd="0" destOrd="0" presId="urn:microsoft.com/office/officeart/2008/layout/LinedList"/>
    <dgm:cxn modelId="{05380622-30B4-4056-912C-FEEA946DFD93}" type="presParOf" srcId="{EA64C19B-9CAC-422E-BCF6-2A23F0933EDB}" destId="{F3CC7988-1F8D-4F61-9D3B-74BED48D6E34}" srcOrd="1" destOrd="0" presId="urn:microsoft.com/office/officeart/2008/layout/LinedList"/>
    <dgm:cxn modelId="{6EAE8630-0D2A-47A0-ACBA-761037ED4305}" type="presParOf" srcId="{F3CC7988-1F8D-4F61-9D3B-74BED48D6E34}" destId="{82DCF938-EC10-4834-BAA1-375D381EDFC1}" srcOrd="0" destOrd="0" presId="urn:microsoft.com/office/officeart/2008/layout/LinedList"/>
    <dgm:cxn modelId="{CA25AA63-7369-4434-B9BE-9EFE2D41B763}" type="presParOf" srcId="{F3CC7988-1F8D-4F61-9D3B-74BED48D6E34}" destId="{5F581B67-8339-43AC-9F23-C5B4F2C3F50A}" srcOrd="1" destOrd="0" presId="urn:microsoft.com/office/officeart/2008/layout/LinedList"/>
    <dgm:cxn modelId="{4508B6FA-A9AB-4CA6-B81A-73EB59975A24}" type="presParOf" srcId="{5F581B67-8339-43AC-9F23-C5B4F2C3F50A}" destId="{65A351B9-CBE2-4789-AE6B-95C17E8A6DA5}" srcOrd="0" destOrd="0" presId="urn:microsoft.com/office/officeart/2008/layout/LinedList"/>
    <dgm:cxn modelId="{EBBCA705-3D28-4DC0-82C3-079935F5FBC7}" type="presParOf" srcId="{5F581B67-8339-43AC-9F23-C5B4F2C3F50A}" destId="{DDA39A50-E606-4F5D-9B65-5C54CD36284B}" srcOrd="1" destOrd="0" presId="urn:microsoft.com/office/officeart/2008/layout/LinedList"/>
    <dgm:cxn modelId="{0B7CFB61-EA2C-42ED-A9D7-6EC60A41F5E2}" type="presParOf" srcId="{5F581B67-8339-43AC-9F23-C5B4F2C3F50A}" destId="{E6D883C1-35AD-4067-9B46-7DBB46B0BB40}" srcOrd="2" destOrd="0" presId="urn:microsoft.com/office/officeart/2008/layout/LinedList"/>
    <dgm:cxn modelId="{4B2CA286-DA77-43A5-A421-25942FB1D9B4}" type="presParOf" srcId="{F3CC7988-1F8D-4F61-9D3B-74BED48D6E34}" destId="{9273C42D-2925-4F50-AB4E-075F002D395E}" srcOrd="2" destOrd="0" presId="urn:microsoft.com/office/officeart/2008/layout/LinedList"/>
    <dgm:cxn modelId="{47A25463-1242-4F0F-9D2D-FABAB023E1AB}" type="presParOf" srcId="{F3CC7988-1F8D-4F61-9D3B-74BED48D6E34}" destId="{25E4BD9F-FEFC-4BB5-84C1-768C82DF68E4}" srcOrd="3" destOrd="0" presId="urn:microsoft.com/office/officeart/2008/layout/LinedList"/>
    <dgm:cxn modelId="{DA10C745-DA0B-42B4-B51B-D18EDB7CF251}" type="presParOf" srcId="{F3CC7988-1F8D-4F61-9D3B-74BED48D6E34}" destId="{8BEEB24B-384A-40B6-9D69-90CBA616C4EC}" srcOrd="4" destOrd="0" presId="urn:microsoft.com/office/officeart/2008/layout/LinedList"/>
    <dgm:cxn modelId="{E0251238-1E3F-4075-A12C-D48102F37D38}" type="presParOf" srcId="{8BEEB24B-384A-40B6-9D69-90CBA616C4EC}" destId="{57112986-E36A-4A85-B67F-26A721FBE7CE}" srcOrd="0" destOrd="0" presId="urn:microsoft.com/office/officeart/2008/layout/LinedList"/>
    <dgm:cxn modelId="{CD8C6CC2-9050-4671-B23B-35D778D2AF06}" type="presParOf" srcId="{8BEEB24B-384A-40B6-9D69-90CBA616C4EC}" destId="{50815D26-821F-47A6-AE8C-D19233E1BFCF}" srcOrd="1" destOrd="0" presId="urn:microsoft.com/office/officeart/2008/layout/LinedList"/>
    <dgm:cxn modelId="{4F8133A7-A094-4C36-A66D-C337FD4FA151}" type="presParOf" srcId="{8BEEB24B-384A-40B6-9D69-90CBA616C4EC}" destId="{2FD1F0B2-7169-420E-B798-9E3F229550CF}" srcOrd="2" destOrd="0" presId="urn:microsoft.com/office/officeart/2008/layout/LinedList"/>
    <dgm:cxn modelId="{C1B5E008-2F13-4760-A304-CAABB93C1C36}" type="presParOf" srcId="{F3CC7988-1F8D-4F61-9D3B-74BED48D6E34}" destId="{FE961A46-996D-40C4-9174-D242CE848048}" srcOrd="5" destOrd="0" presId="urn:microsoft.com/office/officeart/2008/layout/LinedList"/>
    <dgm:cxn modelId="{8C0D45E9-00B2-406F-84D2-97AB3F5D7165}" type="presParOf" srcId="{F3CC7988-1F8D-4F61-9D3B-74BED48D6E34}" destId="{5D3A37E4-9CBF-440C-9935-09ECC5F4FB17}" srcOrd="6" destOrd="0" presId="urn:microsoft.com/office/officeart/2008/layout/LinedList"/>
    <dgm:cxn modelId="{EFE4EEA1-441F-40B6-AC6F-BC92801D01E8}" type="presParOf" srcId="{F3CC7988-1F8D-4F61-9D3B-74BED48D6E34}" destId="{D1418160-06E2-4F99-883F-1131CF195377}" srcOrd="7" destOrd="0" presId="urn:microsoft.com/office/officeart/2008/layout/LinedList"/>
    <dgm:cxn modelId="{D5E9CF4A-2FE8-4893-B7B8-482A7CC9289C}" type="presParOf" srcId="{D1418160-06E2-4F99-883F-1131CF195377}" destId="{F8107698-402D-4F39-9E25-98CB7C9643D4}" srcOrd="0" destOrd="0" presId="urn:microsoft.com/office/officeart/2008/layout/LinedList"/>
    <dgm:cxn modelId="{5D6B9F95-6E33-4DA0-9899-A71C51850063}" type="presParOf" srcId="{D1418160-06E2-4F99-883F-1131CF195377}" destId="{B5D87107-4BE0-426F-AFE1-F38236B09D15}" srcOrd="1" destOrd="0" presId="urn:microsoft.com/office/officeart/2008/layout/LinedList"/>
    <dgm:cxn modelId="{71EF10F9-A8DE-4DC9-A9E0-E01CB67CD86B}" type="presParOf" srcId="{D1418160-06E2-4F99-883F-1131CF195377}" destId="{1F58AADB-AF77-42E8-BF4D-AD1B609C0C9E}" srcOrd="2" destOrd="0" presId="urn:microsoft.com/office/officeart/2008/layout/LinedList"/>
    <dgm:cxn modelId="{1C43423C-6D8E-45F2-8628-9628C11E74B0}" type="presParOf" srcId="{F3CC7988-1F8D-4F61-9D3B-74BED48D6E34}" destId="{62B719C4-CCCE-4F7E-B9FB-43958D60CE6F}" srcOrd="8" destOrd="0" presId="urn:microsoft.com/office/officeart/2008/layout/LinedList"/>
    <dgm:cxn modelId="{9468AB9A-9191-4608-8307-BC4D042952CA}" type="presParOf" srcId="{F3CC7988-1F8D-4F61-9D3B-74BED48D6E34}" destId="{E52587FE-0B54-4C47-91E6-8E71952B8E4A}" srcOrd="9" destOrd="0" presId="urn:microsoft.com/office/officeart/2008/layout/LinedList"/>
    <dgm:cxn modelId="{2A1BE2C9-C9DE-4287-8FC9-4FA30EC90BE7}" type="presParOf" srcId="{F3CC7988-1F8D-4F61-9D3B-74BED48D6E34}" destId="{09B5EC08-9AD3-4C81-9D26-D95CC78FF68B}" srcOrd="10" destOrd="0" presId="urn:microsoft.com/office/officeart/2008/layout/LinedList"/>
    <dgm:cxn modelId="{A0DE9AB4-E953-4176-8BBD-655736010C99}" type="presParOf" srcId="{09B5EC08-9AD3-4C81-9D26-D95CC78FF68B}" destId="{4AC81B4C-FB78-4F05-B976-21BA1AEAF558}" srcOrd="0" destOrd="0" presId="urn:microsoft.com/office/officeart/2008/layout/LinedList"/>
    <dgm:cxn modelId="{AEDF1B8F-B6CB-42AD-B3BA-735E6971993F}" type="presParOf" srcId="{09B5EC08-9AD3-4C81-9D26-D95CC78FF68B}" destId="{8F535B69-E703-4489-94B2-2CCC97B272BB}" srcOrd="1" destOrd="0" presId="urn:microsoft.com/office/officeart/2008/layout/LinedList"/>
    <dgm:cxn modelId="{D40A0E10-4420-4D98-B6D4-730D183E6DBD}" type="presParOf" srcId="{09B5EC08-9AD3-4C81-9D26-D95CC78FF68B}" destId="{43541DF8-F2B8-499D-925F-0A2ABB7A791D}" srcOrd="2" destOrd="0" presId="urn:microsoft.com/office/officeart/2008/layout/LinedList"/>
    <dgm:cxn modelId="{FEE4E075-1E10-4772-ADF2-93ECB229EBB0}" type="presParOf" srcId="{F3CC7988-1F8D-4F61-9D3B-74BED48D6E34}" destId="{047A41C8-EA90-4F90-9B3C-F9FDEBEDFF05}" srcOrd="11" destOrd="0" presId="urn:microsoft.com/office/officeart/2008/layout/LinedList"/>
    <dgm:cxn modelId="{78F49639-1435-4C18-80A1-713068127BA7}" type="presParOf" srcId="{F3CC7988-1F8D-4F61-9D3B-74BED48D6E34}" destId="{AC686731-B3D1-4CCB-9D29-C66A6B7ABCFA}" srcOrd="12" destOrd="0" presId="urn:microsoft.com/office/officeart/2008/layout/LinedList"/>
    <dgm:cxn modelId="{BDE365C1-31B0-4FE3-8B77-247101FC6E76}" type="presParOf" srcId="{F3CC7988-1F8D-4F61-9D3B-74BED48D6E34}" destId="{D507EAF8-6071-4BFC-9F6D-6D328EF97341}" srcOrd="13" destOrd="0" presId="urn:microsoft.com/office/officeart/2008/layout/LinedList"/>
    <dgm:cxn modelId="{D5097A17-791D-4A29-9A4A-8C1541D3528A}" type="presParOf" srcId="{D507EAF8-6071-4BFC-9F6D-6D328EF97341}" destId="{60672494-8806-4E6C-AC40-2F43D7B5EBC5}" srcOrd="0" destOrd="0" presId="urn:microsoft.com/office/officeart/2008/layout/LinedList"/>
    <dgm:cxn modelId="{16BA01B4-99AA-4B39-91A1-06720620A473}" type="presParOf" srcId="{D507EAF8-6071-4BFC-9F6D-6D328EF97341}" destId="{55266952-9E2F-4531-AC45-4B4008797D96}" srcOrd="1" destOrd="0" presId="urn:microsoft.com/office/officeart/2008/layout/LinedList"/>
    <dgm:cxn modelId="{19EADFFB-AE2B-4563-9FA8-81E455A016EA}" type="presParOf" srcId="{D507EAF8-6071-4BFC-9F6D-6D328EF97341}" destId="{CC2206E5-E184-4206-A30D-C6D9710E79FE}" srcOrd="2" destOrd="0" presId="urn:microsoft.com/office/officeart/2008/layout/LinedList"/>
    <dgm:cxn modelId="{474D9AC9-57A9-4810-A356-801FC9F42A46}" type="presParOf" srcId="{F3CC7988-1F8D-4F61-9D3B-74BED48D6E34}" destId="{F976F507-888D-47C5-88C9-E2B6618FCE6A}" srcOrd="14" destOrd="0" presId="urn:microsoft.com/office/officeart/2008/layout/LinedList"/>
    <dgm:cxn modelId="{2267ED32-0DC5-4C33-8B77-7B55621A0FD8}" type="presParOf" srcId="{F3CC7988-1F8D-4F61-9D3B-74BED48D6E34}" destId="{4C65247E-A82F-4109-80CE-130E5BFB0E17}" srcOrd="15"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B18FFF88-17A8-4D2F-8ED9-B2DB98760064}" type="doc">
      <dgm:prSet loTypeId="urn:microsoft.com/office/officeart/2008/layout/HorizontalMultiLevelHierarchy" loCatId="hierarchy" qsTypeId="urn:microsoft.com/office/officeart/2005/8/quickstyle/simple1" qsCatId="simple" csTypeId="urn:microsoft.com/office/officeart/2005/8/colors/accent1_2" csCatId="accent1" phldr="1"/>
      <dgm:spPr/>
      <dgm:t>
        <a:bodyPr/>
        <a:lstStyle/>
        <a:p>
          <a:endParaRPr lang="tr-TR"/>
        </a:p>
      </dgm:t>
    </dgm:pt>
    <dgm:pt modelId="{A4C3C6A6-5A08-41E0-B4D6-B6A360DA961E}">
      <dgm:prSet phldrT="[Metin]" custT="1"/>
      <dgm:spPr>
        <a:solidFill>
          <a:schemeClr val="accent5">
            <a:lumMod val="40000"/>
            <a:lumOff val="60000"/>
          </a:schemeClr>
        </a:solidFill>
      </dgm:spPr>
      <dgm:t>
        <a:bodyPr/>
        <a:lstStyle/>
        <a:p>
          <a:r>
            <a:rPr lang="tr-TR" sz="1200" dirty="0">
              <a:solidFill>
                <a:schemeClr val="tx1"/>
              </a:solidFill>
            </a:rPr>
            <a:t>Sürekli Dökümler Müdürlüğü</a:t>
          </a:r>
        </a:p>
      </dgm:t>
    </dgm:pt>
    <dgm:pt modelId="{972F7F1D-F771-4244-A9B5-75F0F8B0E61E}" type="parTrans" cxnId="{17B58504-F845-47EA-965C-A6AFEB64B7A9}">
      <dgm:prSet custT="1"/>
      <dgm:spPr>
        <a:ln>
          <a:solidFill>
            <a:schemeClr val="accent5">
              <a:lumMod val="60000"/>
              <a:lumOff val="40000"/>
            </a:schemeClr>
          </a:solidFill>
        </a:ln>
      </dgm:spPr>
      <dgm:t>
        <a:bodyPr/>
        <a:lstStyle/>
        <a:p>
          <a:endParaRPr lang="tr-TR" sz="1200"/>
        </a:p>
      </dgm:t>
    </dgm:pt>
    <dgm:pt modelId="{BDA00787-0E15-46CA-845E-9D0FF675B170}" type="sibTrans" cxnId="{17B58504-F845-47EA-965C-A6AFEB64B7A9}">
      <dgm:prSet/>
      <dgm:spPr/>
      <dgm:t>
        <a:bodyPr/>
        <a:lstStyle/>
        <a:p>
          <a:endParaRPr lang="tr-TR" sz="1200"/>
        </a:p>
      </dgm:t>
    </dgm:pt>
    <dgm:pt modelId="{E4A301D0-4B42-4545-A79F-AD6575FEC273}">
      <dgm:prSet phldrT="[Metin]" custT="1"/>
      <dgm:spPr>
        <a:solidFill>
          <a:schemeClr val="accent5">
            <a:lumMod val="40000"/>
            <a:lumOff val="60000"/>
          </a:schemeClr>
        </a:solidFill>
      </dgm:spPr>
      <dgm:t>
        <a:bodyPr/>
        <a:lstStyle/>
        <a:p>
          <a:r>
            <a:rPr lang="tr-TR" sz="2000" b="1" dirty="0">
              <a:solidFill>
                <a:schemeClr val="tx1"/>
              </a:solidFill>
            </a:rPr>
            <a:t> Mustafa Mert ÇAKA</a:t>
          </a:r>
        </a:p>
      </dgm:t>
    </dgm:pt>
    <dgm:pt modelId="{9D446891-403B-4D51-B26C-51E4CB0A6819}" type="sibTrans" cxnId="{33C9A113-3B8E-4121-8093-FC85EE0B52EC}">
      <dgm:prSet/>
      <dgm:spPr/>
      <dgm:t>
        <a:bodyPr/>
        <a:lstStyle/>
        <a:p>
          <a:endParaRPr lang="tr-TR" sz="1200"/>
        </a:p>
      </dgm:t>
    </dgm:pt>
    <dgm:pt modelId="{1CDD9C7B-151A-4358-B731-027D78826285}" type="parTrans" cxnId="{33C9A113-3B8E-4121-8093-FC85EE0B52EC}">
      <dgm:prSet/>
      <dgm:spPr/>
      <dgm:t>
        <a:bodyPr/>
        <a:lstStyle/>
        <a:p>
          <a:endParaRPr lang="tr-TR" sz="1200"/>
        </a:p>
      </dgm:t>
    </dgm:pt>
    <dgm:pt modelId="{BDFB809E-FD7A-4DFF-9A78-FBE54F8E1FD2}">
      <dgm:prSet custT="1"/>
      <dgm:spPr>
        <a:solidFill>
          <a:schemeClr val="accent5">
            <a:lumMod val="40000"/>
            <a:lumOff val="60000"/>
          </a:schemeClr>
        </a:solidFill>
      </dgm:spPr>
      <dgm:t>
        <a:bodyPr/>
        <a:lstStyle/>
        <a:p>
          <a:r>
            <a:rPr lang="tr-TR" sz="1200" dirty="0">
              <a:solidFill>
                <a:schemeClr val="tx1"/>
              </a:solidFill>
            </a:rPr>
            <a:t>Nakliyat Müdürlüğü</a:t>
          </a:r>
        </a:p>
      </dgm:t>
    </dgm:pt>
    <dgm:pt modelId="{6A2D6B94-A4E0-4963-BF81-B66549508B64}" type="parTrans" cxnId="{FAF5F6AF-795A-4F1C-ACE8-D888CFF0A486}">
      <dgm:prSet custT="1"/>
      <dgm:spPr>
        <a:ln>
          <a:solidFill>
            <a:schemeClr val="accent5">
              <a:lumMod val="60000"/>
              <a:lumOff val="40000"/>
            </a:schemeClr>
          </a:solidFill>
        </a:ln>
      </dgm:spPr>
      <dgm:t>
        <a:bodyPr/>
        <a:lstStyle/>
        <a:p>
          <a:endParaRPr lang="tr-TR" sz="1200"/>
        </a:p>
      </dgm:t>
    </dgm:pt>
    <dgm:pt modelId="{6DCE5687-AA10-4A36-967A-521DB18A2D75}" type="sibTrans" cxnId="{FAF5F6AF-795A-4F1C-ACE8-D888CFF0A486}">
      <dgm:prSet/>
      <dgm:spPr/>
      <dgm:t>
        <a:bodyPr/>
        <a:lstStyle/>
        <a:p>
          <a:endParaRPr lang="tr-TR" sz="1200"/>
        </a:p>
      </dgm:t>
    </dgm:pt>
    <dgm:pt modelId="{E0291B09-D89A-4684-A17D-01AF0AEDF0C2}">
      <dgm:prSet custT="1"/>
      <dgm:spPr>
        <a:solidFill>
          <a:schemeClr val="accent5">
            <a:lumMod val="40000"/>
            <a:lumOff val="60000"/>
          </a:schemeClr>
        </a:solidFill>
      </dgm:spPr>
      <dgm:t>
        <a:bodyPr/>
        <a:lstStyle/>
        <a:p>
          <a:r>
            <a:rPr lang="tr-TR" sz="1200" dirty="0">
              <a:solidFill>
                <a:schemeClr val="tx1"/>
              </a:solidFill>
            </a:rPr>
            <a:t>Yardımcı İşletmeler Müdürlüğü</a:t>
          </a:r>
        </a:p>
      </dgm:t>
    </dgm:pt>
    <dgm:pt modelId="{E9DD5937-6A47-4B81-BD3D-0B2F46F996CA}" type="parTrans" cxnId="{B977CF06-CBD0-4AE3-8CBC-C9A3907E6215}">
      <dgm:prSet custT="1"/>
      <dgm:spPr>
        <a:ln>
          <a:solidFill>
            <a:schemeClr val="accent5">
              <a:lumMod val="60000"/>
              <a:lumOff val="40000"/>
            </a:schemeClr>
          </a:solidFill>
        </a:ln>
      </dgm:spPr>
      <dgm:t>
        <a:bodyPr/>
        <a:lstStyle/>
        <a:p>
          <a:endParaRPr lang="tr-TR" sz="1200"/>
        </a:p>
      </dgm:t>
    </dgm:pt>
    <dgm:pt modelId="{8E3EDB34-523D-4E41-A9AC-9CCFE1F0D2AA}" type="sibTrans" cxnId="{B977CF06-CBD0-4AE3-8CBC-C9A3907E6215}">
      <dgm:prSet/>
      <dgm:spPr/>
      <dgm:t>
        <a:bodyPr/>
        <a:lstStyle/>
        <a:p>
          <a:endParaRPr lang="tr-TR" sz="1200"/>
        </a:p>
      </dgm:t>
    </dgm:pt>
    <dgm:pt modelId="{88F63212-C46B-479D-BD15-93E57A1B2430}">
      <dgm:prSet custT="1"/>
      <dgm:spPr>
        <a:solidFill>
          <a:schemeClr val="accent5">
            <a:lumMod val="40000"/>
            <a:lumOff val="60000"/>
          </a:schemeClr>
        </a:solidFill>
      </dgm:spPr>
      <dgm:t>
        <a:bodyPr/>
        <a:lstStyle/>
        <a:p>
          <a:r>
            <a:rPr lang="tr-TR" sz="1200" dirty="0">
              <a:solidFill>
                <a:schemeClr val="tx1"/>
              </a:solidFill>
            </a:rPr>
            <a:t>Kalite </a:t>
          </a:r>
          <a:r>
            <a:rPr lang="tr-TR" sz="1200" dirty="0" err="1">
              <a:solidFill>
                <a:schemeClr val="tx1"/>
              </a:solidFill>
            </a:rPr>
            <a:t>Metalurji</a:t>
          </a:r>
          <a:r>
            <a:rPr lang="tr-TR" sz="1200" dirty="0">
              <a:solidFill>
                <a:schemeClr val="tx1"/>
              </a:solidFill>
            </a:rPr>
            <a:t> Müdürlüğü</a:t>
          </a:r>
        </a:p>
      </dgm:t>
    </dgm:pt>
    <dgm:pt modelId="{51A12CF0-EBCC-4998-98AE-EF546496E5AE}" type="parTrans" cxnId="{B38648FB-E943-4964-BE06-6526C21F2DA9}">
      <dgm:prSet custT="1"/>
      <dgm:spPr>
        <a:ln>
          <a:solidFill>
            <a:schemeClr val="accent5">
              <a:lumMod val="60000"/>
              <a:lumOff val="40000"/>
            </a:schemeClr>
          </a:solidFill>
        </a:ln>
      </dgm:spPr>
      <dgm:t>
        <a:bodyPr/>
        <a:lstStyle/>
        <a:p>
          <a:endParaRPr lang="tr-TR" sz="1200"/>
        </a:p>
      </dgm:t>
    </dgm:pt>
    <dgm:pt modelId="{698F6564-0D9F-41AC-A707-84F1340D25ED}" type="sibTrans" cxnId="{B38648FB-E943-4964-BE06-6526C21F2DA9}">
      <dgm:prSet/>
      <dgm:spPr/>
      <dgm:t>
        <a:bodyPr/>
        <a:lstStyle/>
        <a:p>
          <a:endParaRPr lang="tr-TR" sz="1200"/>
        </a:p>
      </dgm:t>
    </dgm:pt>
    <dgm:pt modelId="{FFC99F00-102E-4287-AE48-9BD52B295422}">
      <dgm:prSet custT="1"/>
      <dgm:spPr>
        <a:solidFill>
          <a:schemeClr val="accent5">
            <a:lumMod val="40000"/>
            <a:lumOff val="60000"/>
          </a:schemeClr>
        </a:solidFill>
      </dgm:spPr>
      <dgm:t>
        <a:bodyPr/>
        <a:lstStyle/>
        <a:p>
          <a:r>
            <a:rPr lang="tr-TR" sz="1200" dirty="0">
              <a:solidFill>
                <a:schemeClr val="tx1"/>
              </a:solidFill>
            </a:rPr>
            <a:t>Laboratuvarlar Müdürlüğü</a:t>
          </a:r>
        </a:p>
      </dgm:t>
    </dgm:pt>
    <dgm:pt modelId="{8DEECF5C-182C-4569-86BF-644C59D0A636}" type="parTrans" cxnId="{759AB1DC-446A-4F5C-9C00-21F5C3C48447}">
      <dgm:prSet custT="1"/>
      <dgm:spPr>
        <a:ln>
          <a:solidFill>
            <a:schemeClr val="accent5">
              <a:lumMod val="60000"/>
              <a:lumOff val="40000"/>
            </a:schemeClr>
          </a:solidFill>
        </a:ln>
      </dgm:spPr>
      <dgm:t>
        <a:bodyPr/>
        <a:lstStyle/>
        <a:p>
          <a:endParaRPr lang="tr-TR" sz="1200"/>
        </a:p>
      </dgm:t>
    </dgm:pt>
    <dgm:pt modelId="{6D24CEDD-8C9D-49D7-B9BC-89CDA619B116}" type="sibTrans" cxnId="{759AB1DC-446A-4F5C-9C00-21F5C3C48447}">
      <dgm:prSet/>
      <dgm:spPr/>
      <dgm:t>
        <a:bodyPr/>
        <a:lstStyle/>
        <a:p>
          <a:endParaRPr lang="tr-TR" sz="1200"/>
        </a:p>
      </dgm:t>
    </dgm:pt>
    <dgm:pt modelId="{BA11CD3F-0B40-439B-80C0-55F98D8E80A9}">
      <dgm:prSet custT="1"/>
      <dgm:spPr>
        <a:solidFill>
          <a:schemeClr val="accent5">
            <a:lumMod val="40000"/>
            <a:lumOff val="60000"/>
          </a:schemeClr>
        </a:solidFill>
      </dgm:spPr>
      <dgm:t>
        <a:bodyPr/>
        <a:lstStyle/>
        <a:p>
          <a:r>
            <a:rPr lang="tr-TR" sz="1200" dirty="0" err="1">
              <a:solidFill>
                <a:schemeClr val="tx1"/>
              </a:solidFill>
            </a:rPr>
            <a:t>Sinter</a:t>
          </a:r>
          <a:r>
            <a:rPr lang="tr-TR" sz="1200" dirty="0">
              <a:solidFill>
                <a:schemeClr val="tx1"/>
              </a:solidFill>
            </a:rPr>
            <a:t> ve </a:t>
          </a:r>
          <a:r>
            <a:rPr lang="tr-TR" sz="1200" dirty="0" err="1">
              <a:solidFill>
                <a:schemeClr val="tx1"/>
              </a:solidFill>
            </a:rPr>
            <a:t>Hammade</a:t>
          </a:r>
          <a:r>
            <a:rPr lang="tr-TR" sz="1200" dirty="0">
              <a:solidFill>
                <a:schemeClr val="tx1"/>
              </a:solidFill>
            </a:rPr>
            <a:t> </a:t>
          </a:r>
          <a:r>
            <a:rPr lang="tr-TR" sz="1200" dirty="0" err="1">
              <a:solidFill>
                <a:schemeClr val="tx1"/>
              </a:solidFill>
            </a:rPr>
            <a:t>Maniplasyon</a:t>
          </a:r>
          <a:r>
            <a:rPr lang="tr-TR" sz="1200" dirty="0">
              <a:solidFill>
                <a:schemeClr val="tx1"/>
              </a:solidFill>
            </a:rPr>
            <a:t> Müdürlüğü</a:t>
          </a:r>
        </a:p>
      </dgm:t>
    </dgm:pt>
    <dgm:pt modelId="{D7C727C3-56AF-4575-912A-A8592652C9AB}" type="parTrans" cxnId="{7E99B843-878B-4EB0-A03E-65F520A48A07}">
      <dgm:prSet custT="1"/>
      <dgm:spPr>
        <a:ln>
          <a:solidFill>
            <a:schemeClr val="accent5">
              <a:lumMod val="60000"/>
              <a:lumOff val="40000"/>
            </a:schemeClr>
          </a:solidFill>
        </a:ln>
      </dgm:spPr>
      <dgm:t>
        <a:bodyPr/>
        <a:lstStyle/>
        <a:p>
          <a:endParaRPr lang="tr-TR" sz="1200"/>
        </a:p>
      </dgm:t>
    </dgm:pt>
    <dgm:pt modelId="{FFFB839C-416E-43AA-B71A-CAE3BC409418}" type="sibTrans" cxnId="{7E99B843-878B-4EB0-A03E-65F520A48A07}">
      <dgm:prSet/>
      <dgm:spPr/>
      <dgm:t>
        <a:bodyPr/>
        <a:lstStyle/>
        <a:p>
          <a:endParaRPr lang="tr-TR" sz="1200"/>
        </a:p>
      </dgm:t>
    </dgm:pt>
    <dgm:pt modelId="{D37CC803-1041-45E2-9F59-7FA79DA2D361}">
      <dgm:prSet custT="1"/>
      <dgm:spPr>
        <a:solidFill>
          <a:schemeClr val="accent5">
            <a:lumMod val="40000"/>
            <a:lumOff val="60000"/>
          </a:schemeClr>
        </a:solidFill>
      </dgm:spPr>
      <dgm:t>
        <a:bodyPr/>
        <a:lstStyle/>
        <a:p>
          <a:r>
            <a:rPr lang="tr-TR" sz="1200" dirty="0">
              <a:solidFill>
                <a:schemeClr val="tx1"/>
              </a:solidFill>
            </a:rPr>
            <a:t>Elektronik Otomasyon Müdürlüğü</a:t>
          </a:r>
        </a:p>
      </dgm:t>
    </dgm:pt>
    <dgm:pt modelId="{439F4FA9-BDAD-4562-8D7C-935BF1D2F23B}" type="parTrans" cxnId="{BFBEFF21-74C6-456E-ABD8-5FD06E92761C}">
      <dgm:prSet custT="1"/>
      <dgm:spPr>
        <a:ln>
          <a:solidFill>
            <a:schemeClr val="accent5">
              <a:lumMod val="60000"/>
              <a:lumOff val="40000"/>
            </a:schemeClr>
          </a:solidFill>
        </a:ln>
      </dgm:spPr>
      <dgm:t>
        <a:bodyPr/>
        <a:lstStyle/>
        <a:p>
          <a:endParaRPr lang="tr-TR" sz="1200"/>
        </a:p>
      </dgm:t>
    </dgm:pt>
    <dgm:pt modelId="{E59D3DBF-B399-4978-9037-C6A80FBEB75F}" type="sibTrans" cxnId="{BFBEFF21-74C6-456E-ABD8-5FD06E92761C}">
      <dgm:prSet/>
      <dgm:spPr/>
      <dgm:t>
        <a:bodyPr/>
        <a:lstStyle/>
        <a:p>
          <a:endParaRPr lang="tr-TR" sz="1200"/>
        </a:p>
      </dgm:t>
    </dgm:pt>
    <dgm:pt modelId="{F15A9BE0-A353-471D-8AFF-0A30F827CC9C}">
      <dgm:prSet custT="1"/>
      <dgm:spPr>
        <a:solidFill>
          <a:schemeClr val="accent5">
            <a:lumMod val="40000"/>
            <a:lumOff val="60000"/>
          </a:schemeClr>
        </a:solidFill>
      </dgm:spPr>
      <dgm:t>
        <a:bodyPr/>
        <a:lstStyle/>
        <a:p>
          <a:r>
            <a:rPr lang="tr-TR" sz="1200" dirty="0">
              <a:solidFill>
                <a:schemeClr val="tx1"/>
              </a:solidFill>
            </a:rPr>
            <a:t>Eğitim Müdürlüğü</a:t>
          </a:r>
        </a:p>
      </dgm:t>
    </dgm:pt>
    <dgm:pt modelId="{00C3E97B-6574-4EA2-BBC3-90184A9CCB32}" type="parTrans" cxnId="{04C163D9-2B86-4B10-9275-E7451A1838AD}">
      <dgm:prSet custT="1"/>
      <dgm:spPr>
        <a:ln>
          <a:solidFill>
            <a:schemeClr val="accent5">
              <a:lumMod val="60000"/>
              <a:lumOff val="40000"/>
            </a:schemeClr>
          </a:solidFill>
        </a:ln>
      </dgm:spPr>
      <dgm:t>
        <a:bodyPr/>
        <a:lstStyle/>
        <a:p>
          <a:endParaRPr lang="tr-TR" sz="1200"/>
        </a:p>
      </dgm:t>
    </dgm:pt>
    <dgm:pt modelId="{F95ACD4C-138F-4838-B9FF-3BA9F624B78B}" type="sibTrans" cxnId="{04C163D9-2B86-4B10-9275-E7451A1838AD}">
      <dgm:prSet/>
      <dgm:spPr/>
      <dgm:t>
        <a:bodyPr/>
        <a:lstStyle/>
        <a:p>
          <a:endParaRPr lang="tr-TR" sz="1200"/>
        </a:p>
      </dgm:t>
    </dgm:pt>
    <dgm:pt modelId="{D8D68170-87FF-4B4B-9B3F-BD0959204106}">
      <dgm:prSet custT="1"/>
      <dgm:spPr>
        <a:solidFill>
          <a:schemeClr val="accent5">
            <a:lumMod val="40000"/>
            <a:lumOff val="60000"/>
          </a:schemeClr>
        </a:solidFill>
      </dgm:spPr>
      <dgm:t>
        <a:bodyPr/>
        <a:lstStyle/>
        <a:p>
          <a:r>
            <a:rPr lang="tr-TR" sz="1200" dirty="0">
              <a:solidFill>
                <a:schemeClr val="tx1"/>
              </a:solidFill>
            </a:rPr>
            <a:t>Deniz Nakliyat Koordinasyon ve Kontrol Müdürlüğü</a:t>
          </a:r>
        </a:p>
      </dgm:t>
    </dgm:pt>
    <dgm:pt modelId="{3E9952C7-F1BE-4090-BE0D-64684110F249}" type="parTrans" cxnId="{8EC9F295-29AF-4FE4-8260-7D48D6AE753E}">
      <dgm:prSet custT="1"/>
      <dgm:spPr>
        <a:ln>
          <a:solidFill>
            <a:schemeClr val="accent5">
              <a:lumMod val="60000"/>
              <a:lumOff val="40000"/>
            </a:schemeClr>
          </a:solidFill>
        </a:ln>
      </dgm:spPr>
      <dgm:t>
        <a:bodyPr/>
        <a:lstStyle/>
        <a:p>
          <a:endParaRPr lang="tr-TR" sz="1200"/>
        </a:p>
      </dgm:t>
    </dgm:pt>
    <dgm:pt modelId="{2A680045-687C-43FE-882C-D902472340D1}" type="sibTrans" cxnId="{8EC9F295-29AF-4FE4-8260-7D48D6AE753E}">
      <dgm:prSet/>
      <dgm:spPr/>
      <dgm:t>
        <a:bodyPr/>
        <a:lstStyle/>
        <a:p>
          <a:endParaRPr lang="tr-TR" sz="1200"/>
        </a:p>
      </dgm:t>
    </dgm:pt>
    <dgm:pt modelId="{D6460E7E-44F3-4043-A04E-DA7CF2793A8D}">
      <dgm:prSet custT="1"/>
      <dgm:spPr>
        <a:solidFill>
          <a:schemeClr val="accent5">
            <a:lumMod val="40000"/>
            <a:lumOff val="60000"/>
          </a:schemeClr>
        </a:solidFill>
      </dgm:spPr>
      <dgm:t>
        <a:bodyPr/>
        <a:lstStyle/>
        <a:p>
          <a:r>
            <a:rPr lang="tr-TR" sz="1200" dirty="0">
              <a:solidFill>
                <a:schemeClr val="tx1"/>
              </a:solidFill>
            </a:rPr>
            <a:t>1. Sıcak Haddehane Müdürlüğü</a:t>
          </a:r>
        </a:p>
      </dgm:t>
    </dgm:pt>
    <dgm:pt modelId="{24B413C9-E37A-406B-BEAD-BD12FE5D7326}" type="parTrans" cxnId="{1036393B-2278-4FC4-8E9E-54D31D69D050}">
      <dgm:prSet custT="1"/>
      <dgm:spPr>
        <a:ln>
          <a:solidFill>
            <a:schemeClr val="accent5">
              <a:lumMod val="60000"/>
              <a:lumOff val="40000"/>
            </a:schemeClr>
          </a:solidFill>
        </a:ln>
      </dgm:spPr>
      <dgm:t>
        <a:bodyPr/>
        <a:lstStyle/>
        <a:p>
          <a:endParaRPr lang="tr-TR" sz="1200"/>
        </a:p>
      </dgm:t>
    </dgm:pt>
    <dgm:pt modelId="{B8A99AB9-006F-4DA9-BB66-DF3585596364}" type="sibTrans" cxnId="{1036393B-2278-4FC4-8E9E-54D31D69D050}">
      <dgm:prSet/>
      <dgm:spPr/>
      <dgm:t>
        <a:bodyPr/>
        <a:lstStyle/>
        <a:p>
          <a:endParaRPr lang="tr-TR" sz="1200"/>
        </a:p>
      </dgm:t>
    </dgm:pt>
    <dgm:pt modelId="{33040C45-EFD4-4BAE-AF5F-BCE43E1F990E}" type="pres">
      <dgm:prSet presAssocID="{B18FFF88-17A8-4D2F-8ED9-B2DB98760064}" presName="Name0" presStyleCnt="0">
        <dgm:presLayoutVars>
          <dgm:chPref val="1"/>
          <dgm:dir/>
          <dgm:animOne val="branch"/>
          <dgm:animLvl val="lvl"/>
          <dgm:resizeHandles val="exact"/>
        </dgm:presLayoutVars>
      </dgm:prSet>
      <dgm:spPr/>
    </dgm:pt>
    <dgm:pt modelId="{9EEE239D-F8D5-4E35-8C8B-D5C5F34A0B68}" type="pres">
      <dgm:prSet presAssocID="{E4A301D0-4B42-4545-A79F-AD6575FEC273}" presName="root1" presStyleCnt="0"/>
      <dgm:spPr/>
    </dgm:pt>
    <dgm:pt modelId="{875679F0-D398-4427-BB74-FE0A0A22E527}" type="pres">
      <dgm:prSet presAssocID="{E4A301D0-4B42-4545-A79F-AD6575FEC273}" presName="LevelOneTextNode" presStyleLbl="node0" presStyleIdx="0" presStyleCnt="1" custScaleX="160998" custScaleY="128421">
        <dgm:presLayoutVars>
          <dgm:chPref val="3"/>
        </dgm:presLayoutVars>
      </dgm:prSet>
      <dgm:spPr/>
    </dgm:pt>
    <dgm:pt modelId="{D2C1B22E-59B5-4B73-B525-C065D6DDF4D7}" type="pres">
      <dgm:prSet presAssocID="{E4A301D0-4B42-4545-A79F-AD6575FEC273}" presName="level2hierChild" presStyleCnt="0"/>
      <dgm:spPr/>
    </dgm:pt>
    <dgm:pt modelId="{4E738C57-32AA-48DE-9D32-4AB4D97778EE}" type="pres">
      <dgm:prSet presAssocID="{972F7F1D-F771-4244-A9B5-75F0F8B0E61E}" presName="conn2-1" presStyleLbl="parChTrans1D2" presStyleIdx="0" presStyleCnt="10"/>
      <dgm:spPr/>
    </dgm:pt>
    <dgm:pt modelId="{81AF5B24-1D26-48B5-A475-F0807C35EFA3}" type="pres">
      <dgm:prSet presAssocID="{972F7F1D-F771-4244-A9B5-75F0F8B0E61E}" presName="connTx" presStyleLbl="parChTrans1D2" presStyleIdx="0" presStyleCnt="10"/>
      <dgm:spPr/>
    </dgm:pt>
    <dgm:pt modelId="{ECBC894E-881E-4506-831D-C0EA4545DCB7}" type="pres">
      <dgm:prSet presAssocID="{A4C3C6A6-5A08-41E0-B4D6-B6A360DA961E}" presName="root2" presStyleCnt="0"/>
      <dgm:spPr/>
    </dgm:pt>
    <dgm:pt modelId="{3699AE75-3416-4F1B-856A-E2CD586485A3}" type="pres">
      <dgm:prSet presAssocID="{A4C3C6A6-5A08-41E0-B4D6-B6A360DA961E}" presName="LevelTwoTextNode" presStyleLbl="node2" presStyleIdx="0" presStyleCnt="10" custScaleX="144326">
        <dgm:presLayoutVars>
          <dgm:chPref val="3"/>
        </dgm:presLayoutVars>
      </dgm:prSet>
      <dgm:spPr/>
    </dgm:pt>
    <dgm:pt modelId="{86E9726F-9307-40FC-BAC0-7054C303346E}" type="pres">
      <dgm:prSet presAssocID="{A4C3C6A6-5A08-41E0-B4D6-B6A360DA961E}" presName="level3hierChild" presStyleCnt="0"/>
      <dgm:spPr/>
    </dgm:pt>
    <dgm:pt modelId="{6E87CE87-E1D5-408B-832C-C02CEF1E9FB9}" type="pres">
      <dgm:prSet presAssocID="{6A2D6B94-A4E0-4963-BF81-B66549508B64}" presName="conn2-1" presStyleLbl="parChTrans1D2" presStyleIdx="1" presStyleCnt="10"/>
      <dgm:spPr/>
    </dgm:pt>
    <dgm:pt modelId="{6CC0445A-0321-4374-869C-AB56AD1F086C}" type="pres">
      <dgm:prSet presAssocID="{6A2D6B94-A4E0-4963-BF81-B66549508B64}" presName="connTx" presStyleLbl="parChTrans1D2" presStyleIdx="1" presStyleCnt="10"/>
      <dgm:spPr/>
    </dgm:pt>
    <dgm:pt modelId="{14C6ACF3-323F-4747-91A9-17B480C74104}" type="pres">
      <dgm:prSet presAssocID="{BDFB809E-FD7A-4DFF-9A78-FBE54F8E1FD2}" presName="root2" presStyleCnt="0"/>
      <dgm:spPr/>
    </dgm:pt>
    <dgm:pt modelId="{1EEEC758-3B78-40B0-A6CD-6328E3691945}" type="pres">
      <dgm:prSet presAssocID="{BDFB809E-FD7A-4DFF-9A78-FBE54F8E1FD2}" presName="LevelTwoTextNode" presStyleLbl="node2" presStyleIdx="1" presStyleCnt="10" custScaleX="144326">
        <dgm:presLayoutVars>
          <dgm:chPref val="3"/>
        </dgm:presLayoutVars>
      </dgm:prSet>
      <dgm:spPr/>
    </dgm:pt>
    <dgm:pt modelId="{E1B877FA-C13F-491D-97B7-1B81163966E8}" type="pres">
      <dgm:prSet presAssocID="{BDFB809E-FD7A-4DFF-9A78-FBE54F8E1FD2}" presName="level3hierChild" presStyleCnt="0"/>
      <dgm:spPr/>
    </dgm:pt>
    <dgm:pt modelId="{FF7D666F-DE6A-414E-B9EF-E1819F05FAFF}" type="pres">
      <dgm:prSet presAssocID="{E9DD5937-6A47-4B81-BD3D-0B2F46F996CA}" presName="conn2-1" presStyleLbl="parChTrans1D2" presStyleIdx="2" presStyleCnt="10"/>
      <dgm:spPr/>
    </dgm:pt>
    <dgm:pt modelId="{904DF1A3-DDF8-4DBE-A4EF-4E274D812B62}" type="pres">
      <dgm:prSet presAssocID="{E9DD5937-6A47-4B81-BD3D-0B2F46F996CA}" presName="connTx" presStyleLbl="parChTrans1D2" presStyleIdx="2" presStyleCnt="10"/>
      <dgm:spPr/>
    </dgm:pt>
    <dgm:pt modelId="{C1644809-FBD7-4F5A-B417-CB3359B81DC1}" type="pres">
      <dgm:prSet presAssocID="{E0291B09-D89A-4684-A17D-01AF0AEDF0C2}" presName="root2" presStyleCnt="0"/>
      <dgm:spPr/>
    </dgm:pt>
    <dgm:pt modelId="{354358D7-4E80-4A56-992B-55A136D4DFE7}" type="pres">
      <dgm:prSet presAssocID="{E0291B09-D89A-4684-A17D-01AF0AEDF0C2}" presName="LevelTwoTextNode" presStyleLbl="node2" presStyleIdx="2" presStyleCnt="10" custScaleX="144326">
        <dgm:presLayoutVars>
          <dgm:chPref val="3"/>
        </dgm:presLayoutVars>
      </dgm:prSet>
      <dgm:spPr/>
    </dgm:pt>
    <dgm:pt modelId="{A3FBC30C-EE2B-4C61-ADA2-C7A4B59C3E7A}" type="pres">
      <dgm:prSet presAssocID="{E0291B09-D89A-4684-A17D-01AF0AEDF0C2}" presName="level3hierChild" presStyleCnt="0"/>
      <dgm:spPr/>
    </dgm:pt>
    <dgm:pt modelId="{645856EC-D131-4A16-823B-42B62D1ECD27}" type="pres">
      <dgm:prSet presAssocID="{51A12CF0-EBCC-4998-98AE-EF546496E5AE}" presName="conn2-1" presStyleLbl="parChTrans1D2" presStyleIdx="3" presStyleCnt="10"/>
      <dgm:spPr/>
    </dgm:pt>
    <dgm:pt modelId="{F6C0C7CE-A563-4E29-BCE8-6C006C8FAF27}" type="pres">
      <dgm:prSet presAssocID="{51A12CF0-EBCC-4998-98AE-EF546496E5AE}" presName="connTx" presStyleLbl="parChTrans1D2" presStyleIdx="3" presStyleCnt="10"/>
      <dgm:spPr/>
    </dgm:pt>
    <dgm:pt modelId="{8F302862-6B24-4C14-B2F1-2AC0B5321676}" type="pres">
      <dgm:prSet presAssocID="{88F63212-C46B-479D-BD15-93E57A1B2430}" presName="root2" presStyleCnt="0"/>
      <dgm:spPr/>
    </dgm:pt>
    <dgm:pt modelId="{8A8F39CE-090E-4E20-A284-EBCC2832DA5C}" type="pres">
      <dgm:prSet presAssocID="{88F63212-C46B-479D-BD15-93E57A1B2430}" presName="LevelTwoTextNode" presStyleLbl="node2" presStyleIdx="3" presStyleCnt="10" custScaleX="144326">
        <dgm:presLayoutVars>
          <dgm:chPref val="3"/>
        </dgm:presLayoutVars>
      </dgm:prSet>
      <dgm:spPr/>
    </dgm:pt>
    <dgm:pt modelId="{F8C20B0E-D000-4A5C-B5BD-28AD96AFF9A2}" type="pres">
      <dgm:prSet presAssocID="{88F63212-C46B-479D-BD15-93E57A1B2430}" presName="level3hierChild" presStyleCnt="0"/>
      <dgm:spPr/>
    </dgm:pt>
    <dgm:pt modelId="{6A5E0FC6-E519-4209-BC12-47501FC70E94}" type="pres">
      <dgm:prSet presAssocID="{8DEECF5C-182C-4569-86BF-644C59D0A636}" presName="conn2-1" presStyleLbl="parChTrans1D2" presStyleIdx="4" presStyleCnt="10"/>
      <dgm:spPr/>
    </dgm:pt>
    <dgm:pt modelId="{62BC4440-9BF3-427C-970E-2AAF015D7D90}" type="pres">
      <dgm:prSet presAssocID="{8DEECF5C-182C-4569-86BF-644C59D0A636}" presName="connTx" presStyleLbl="parChTrans1D2" presStyleIdx="4" presStyleCnt="10"/>
      <dgm:spPr/>
    </dgm:pt>
    <dgm:pt modelId="{F019C7B9-28E2-4C3E-916C-1D6CCA36F72D}" type="pres">
      <dgm:prSet presAssocID="{FFC99F00-102E-4287-AE48-9BD52B295422}" presName="root2" presStyleCnt="0"/>
      <dgm:spPr/>
    </dgm:pt>
    <dgm:pt modelId="{166330FB-6542-4577-9600-B59EC4F63947}" type="pres">
      <dgm:prSet presAssocID="{FFC99F00-102E-4287-AE48-9BD52B295422}" presName="LevelTwoTextNode" presStyleLbl="node2" presStyleIdx="4" presStyleCnt="10" custScaleX="144326">
        <dgm:presLayoutVars>
          <dgm:chPref val="3"/>
        </dgm:presLayoutVars>
      </dgm:prSet>
      <dgm:spPr/>
    </dgm:pt>
    <dgm:pt modelId="{B4092AE9-8FBC-4891-9706-4AFF4FFF8D47}" type="pres">
      <dgm:prSet presAssocID="{FFC99F00-102E-4287-AE48-9BD52B295422}" presName="level3hierChild" presStyleCnt="0"/>
      <dgm:spPr/>
    </dgm:pt>
    <dgm:pt modelId="{A62C96AF-BBF5-4D8C-9EA4-301EE32DC5B3}" type="pres">
      <dgm:prSet presAssocID="{D7C727C3-56AF-4575-912A-A8592652C9AB}" presName="conn2-1" presStyleLbl="parChTrans1D2" presStyleIdx="5" presStyleCnt="10"/>
      <dgm:spPr/>
    </dgm:pt>
    <dgm:pt modelId="{EEE9D3EB-E875-403E-B8B4-AA9885EA9224}" type="pres">
      <dgm:prSet presAssocID="{D7C727C3-56AF-4575-912A-A8592652C9AB}" presName="connTx" presStyleLbl="parChTrans1D2" presStyleIdx="5" presStyleCnt="10"/>
      <dgm:spPr/>
    </dgm:pt>
    <dgm:pt modelId="{FD38814B-9458-4518-A7A2-5FC1A6642763}" type="pres">
      <dgm:prSet presAssocID="{BA11CD3F-0B40-439B-80C0-55F98D8E80A9}" presName="root2" presStyleCnt="0"/>
      <dgm:spPr/>
    </dgm:pt>
    <dgm:pt modelId="{1D52A30F-185D-43D8-8A55-7F90DC0525CC}" type="pres">
      <dgm:prSet presAssocID="{BA11CD3F-0B40-439B-80C0-55F98D8E80A9}" presName="LevelTwoTextNode" presStyleLbl="node2" presStyleIdx="5" presStyleCnt="10" custScaleX="144326">
        <dgm:presLayoutVars>
          <dgm:chPref val="3"/>
        </dgm:presLayoutVars>
      </dgm:prSet>
      <dgm:spPr/>
    </dgm:pt>
    <dgm:pt modelId="{94C1F155-47BD-4A6D-8552-1CEA0EBF74CA}" type="pres">
      <dgm:prSet presAssocID="{BA11CD3F-0B40-439B-80C0-55F98D8E80A9}" presName="level3hierChild" presStyleCnt="0"/>
      <dgm:spPr/>
    </dgm:pt>
    <dgm:pt modelId="{CBBEA6C0-28C7-4930-BDAE-550F0EBE7AFD}" type="pres">
      <dgm:prSet presAssocID="{439F4FA9-BDAD-4562-8D7C-935BF1D2F23B}" presName="conn2-1" presStyleLbl="parChTrans1D2" presStyleIdx="6" presStyleCnt="10"/>
      <dgm:spPr/>
    </dgm:pt>
    <dgm:pt modelId="{8FF45183-D870-4F26-8942-9B554EC32878}" type="pres">
      <dgm:prSet presAssocID="{439F4FA9-BDAD-4562-8D7C-935BF1D2F23B}" presName="connTx" presStyleLbl="parChTrans1D2" presStyleIdx="6" presStyleCnt="10"/>
      <dgm:spPr/>
    </dgm:pt>
    <dgm:pt modelId="{25D78803-DF02-4738-870C-2F41477A18E2}" type="pres">
      <dgm:prSet presAssocID="{D37CC803-1041-45E2-9F59-7FA79DA2D361}" presName="root2" presStyleCnt="0"/>
      <dgm:spPr/>
    </dgm:pt>
    <dgm:pt modelId="{0D45927B-FEE1-4611-B8FC-1B393A698031}" type="pres">
      <dgm:prSet presAssocID="{D37CC803-1041-45E2-9F59-7FA79DA2D361}" presName="LevelTwoTextNode" presStyleLbl="node2" presStyleIdx="6" presStyleCnt="10" custScaleX="144326">
        <dgm:presLayoutVars>
          <dgm:chPref val="3"/>
        </dgm:presLayoutVars>
      </dgm:prSet>
      <dgm:spPr/>
    </dgm:pt>
    <dgm:pt modelId="{BF76B3C2-BD88-4E48-86EB-23A9BBD3687F}" type="pres">
      <dgm:prSet presAssocID="{D37CC803-1041-45E2-9F59-7FA79DA2D361}" presName="level3hierChild" presStyleCnt="0"/>
      <dgm:spPr/>
    </dgm:pt>
    <dgm:pt modelId="{86F1B2E0-67A4-4CF7-8ECB-7B44DAC51BBA}" type="pres">
      <dgm:prSet presAssocID="{00C3E97B-6574-4EA2-BBC3-90184A9CCB32}" presName="conn2-1" presStyleLbl="parChTrans1D2" presStyleIdx="7" presStyleCnt="10"/>
      <dgm:spPr/>
    </dgm:pt>
    <dgm:pt modelId="{F9E800C3-1CD8-4575-8987-CD112C1D9EF2}" type="pres">
      <dgm:prSet presAssocID="{00C3E97B-6574-4EA2-BBC3-90184A9CCB32}" presName="connTx" presStyleLbl="parChTrans1D2" presStyleIdx="7" presStyleCnt="10"/>
      <dgm:spPr/>
    </dgm:pt>
    <dgm:pt modelId="{4E013A6C-323E-4406-BF27-8AC8024AE818}" type="pres">
      <dgm:prSet presAssocID="{F15A9BE0-A353-471D-8AFF-0A30F827CC9C}" presName="root2" presStyleCnt="0"/>
      <dgm:spPr/>
    </dgm:pt>
    <dgm:pt modelId="{0ECBD9E5-5E1C-4626-9ABC-02A45AEBB2D5}" type="pres">
      <dgm:prSet presAssocID="{F15A9BE0-A353-471D-8AFF-0A30F827CC9C}" presName="LevelTwoTextNode" presStyleLbl="node2" presStyleIdx="7" presStyleCnt="10" custScaleX="144326">
        <dgm:presLayoutVars>
          <dgm:chPref val="3"/>
        </dgm:presLayoutVars>
      </dgm:prSet>
      <dgm:spPr/>
    </dgm:pt>
    <dgm:pt modelId="{32494EBE-151A-4FAE-BF21-465C2FA2D239}" type="pres">
      <dgm:prSet presAssocID="{F15A9BE0-A353-471D-8AFF-0A30F827CC9C}" presName="level3hierChild" presStyleCnt="0"/>
      <dgm:spPr/>
    </dgm:pt>
    <dgm:pt modelId="{E16F448A-5FAA-4ED4-82C4-1064CE330FEB}" type="pres">
      <dgm:prSet presAssocID="{3E9952C7-F1BE-4090-BE0D-64684110F249}" presName="conn2-1" presStyleLbl="parChTrans1D2" presStyleIdx="8" presStyleCnt="10"/>
      <dgm:spPr/>
    </dgm:pt>
    <dgm:pt modelId="{92C5185C-D384-4565-838A-ED922098B2A4}" type="pres">
      <dgm:prSet presAssocID="{3E9952C7-F1BE-4090-BE0D-64684110F249}" presName="connTx" presStyleLbl="parChTrans1D2" presStyleIdx="8" presStyleCnt="10"/>
      <dgm:spPr/>
    </dgm:pt>
    <dgm:pt modelId="{00E65A9C-1FEE-4B1F-A42D-0CA9AE70A406}" type="pres">
      <dgm:prSet presAssocID="{D8D68170-87FF-4B4B-9B3F-BD0959204106}" presName="root2" presStyleCnt="0"/>
      <dgm:spPr/>
    </dgm:pt>
    <dgm:pt modelId="{35CDAA0A-835F-49ED-97AD-D4736A0442E1}" type="pres">
      <dgm:prSet presAssocID="{D8D68170-87FF-4B4B-9B3F-BD0959204106}" presName="LevelTwoTextNode" presStyleLbl="node2" presStyleIdx="8" presStyleCnt="10" custScaleX="144326">
        <dgm:presLayoutVars>
          <dgm:chPref val="3"/>
        </dgm:presLayoutVars>
      </dgm:prSet>
      <dgm:spPr/>
    </dgm:pt>
    <dgm:pt modelId="{5A6BC836-ACC6-45C2-B1CF-3B221A1EC286}" type="pres">
      <dgm:prSet presAssocID="{D8D68170-87FF-4B4B-9B3F-BD0959204106}" presName="level3hierChild" presStyleCnt="0"/>
      <dgm:spPr/>
    </dgm:pt>
    <dgm:pt modelId="{FF3C13A7-5508-4FB8-BDAA-62829030763A}" type="pres">
      <dgm:prSet presAssocID="{24B413C9-E37A-406B-BEAD-BD12FE5D7326}" presName="conn2-1" presStyleLbl="parChTrans1D2" presStyleIdx="9" presStyleCnt="10"/>
      <dgm:spPr/>
    </dgm:pt>
    <dgm:pt modelId="{FAE8516B-392E-4444-B827-7FC026EF9061}" type="pres">
      <dgm:prSet presAssocID="{24B413C9-E37A-406B-BEAD-BD12FE5D7326}" presName="connTx" presStyleLbl="parChTrans1D2" presStyleIdx="9" presStyleCnt="10"/>
      <dgm:spPr/>
    </dgm:pt>
    <dgm:pt modelId="{3E7A040E-71B0-4278-ACD8-9B43DF293FF9}" type="pres">
      <dgm:prSet presAssocID="{D6460E7E-44F3-4043-A04E-DA7CF2793A8D}" presName="root2" presStyleCnt="0"/>
      <dgm:spPr/>
    </dgm:pt>
    <dgm:pt modelId="{63E43885-E693-4B03-B9BA-43F8ACFCB924}" type="pres">
      <dgm:prSet presAssocID="{D6460E7E-44F3-4043-A04E-DA7CF2793A8D}" presName="LevelTwoTextNode" presStyleLbl="node2" presStyleIdx="9" presStyleCnt="10" custScaleX="144326">
        <dgm:presLayoutVars>
          <dgm:chPref val="3"/>
        </dgm:presLayoutVars>
      </dgm:prSet>
      <dgm:spPr/>
    </dgm:pt>
    <dgm:pt modelId="{DA80B73F-CEED-4FCD-BEFC-5D449E15F0EC}" type="pres">
      <dgm:prSet presAssocID="{D6460E7E-44F3-4043-A04E-DA7CF2793A8D}" presName="level3hierChild" presStyleCnt="0"/>
      <dgm:spPr/>
    </dgm:pt>
  </dgm:ptLst>
  <dgm:cxnLst>
    <dgm:cxn modelId="{17B58504-F845-47EA-965C-A6AFEB64B7A9}" srcId="{E4A301D0-4B42-4545-A79F-AD6575FEC273}" destId="{A4C3C6A6-5A08-41E0-B4D6-B6A360DA961E}" srcOrd="0" destOrd="0" parTransId="{972F7F1D-F771-4244-A9B5-75F0F8B0E61E}" sibTransId="{BDA00787-0E15-46CA-845E-9D0FF675B170}"/>
    <dgm:cxn modelId="{B977CF06-CBD0-4AE3-8CBC-C9A3907E6215}" srcId="{E4A301D0-4B42-4545-A79F-AD6575FEC273}" destId="{E0291B09-D89A-4684-A17D-01AF0AEDF0C2}" srcOrd="2" destOrd="0" parTransId="{E9DD5937-6A47-4B81-BD3D-0B2F46F996CA}" sibTransId="{8E3EDB34-523D-4E41-A9AC-9CCFE1F0D2AA}"/>
    <dgm:cxn modelId="{33C9A113-3B8E-4121-8093-FC85EE0B52EC}" srcId="{B18FFF88-17A8-4D2F-8ED9-B2DB98760064}" destId="{E4A301D0-4B42-4545-A79F-AD6575FEC273}" srcOrd="0" destOrd="0" parTransId="{1CDD9C7B-151A-4358-B731-027D78826285}" sibTransId="{9D446891-403B-4D51-B26C-51E4CB0A6819}"/>
    <dgm:cxn modelId="{D05D5215-990A-47E4-A968-C324D42C0177}" type="presOf" srcId="{B18FFF88-17A8-4D2F-8ED9-B2DB98760064}" destId="{33040C45-EFD4-4BAE-AF5F-BCE43E1F990E}" srcOrd="0" destOrd="0" presId="urn:microsoft.com/office/officeart/2008/layout/HorizontalMultiLevelHierarchy"/>
    <dgm:cxn modelId="{AB109B16-D5D0-45FF-9C0D-94C42A5B1ECD}" type="presOf" srcId="{8DEECF5C-182C-4569-86BF-644C59D0A636}" destId="{62BC4440-9BF3-427C-970E-2AAF015D7D90}" srcOrd="1" destOrd="0" presId="urn:microsoft.com/office/officeart/2008/layout/HorizontalMultiLevelHierarchy"/>
    <dgm:cxn modelId="{671C801B-C9E4-45F2-9074-FAD673B3183C}" type="presOf" srcId="{3E9952C7-F1BE-4090-BE0D-64684110F249}" destId="{92C5185C-D384-4565-838A-ED922098B2A4}" srcOrd="1" destOrd="0" presId="urn:microsoft.com/office/officeart/2008/layout/HorizontalMultiLevelHierarchy"/>
    <dgm:cxn modelId="{C486621D-FC67-4E35-A98E-44EDC3ADE0B3}" type="presOf" srcId="{24B413C9-E37A-406B-BEAD-BD12FE5D7326}" destId="{FAE8516B-392E-4444-B827-7FC026EF9061}" srcOrd="1" destOrd="0" presId="urn:microsoft.com/office/officeart/2008/layout/HorizontalMultiLevelHierarchy"/>
    <dgm:cxn modelId="{22E6921E-18EA-4936-9635-DF112DEB7EA4}" type="presOf" srcId="{BDFB809E-FD7A-4DFF-9A78-FBE54F8E1FD2}" destId="{1EEEC758-3B78-40B0-A6CD-6328E3691945}" srcOrd="0" destOrd="0" presId="urn:microsoft.com/office/officeart/2008/layout/HorizontalMultiLevelHierarchy"/>
    <dgm:cxn modelId="{CB0E1620-FF57-4D3E-B164-D1CFF24FFB29}" type="presOf" srcId="{E9DD5937-6A47-4B81-BD3D-0B2F46F996CA}" destId="{904DF1A3-DDF8-4DBE-A4EF-4E274D812B62}" srcOrd="1" destOrd="0" presId="urn:microsoft.com/office/officeart/2008/layout/HorizontalMultiLevelHierarchy"/>
    <dgm:cxn modelId="{BFBEFF21-74C6-456E-ABD8-5FD06E92761C}" srcId="{E4A301D0-4B42-4545-A79F-AD6575FEC273}" destId="{D37CC803-1041-45E2-9F59-7FA79DA2D361}" srcOrd="6" destOrd="0" parTransId="{439F4FA9-BDAD-4562-8D7C-935BF1D2F23B}" sibTransId="{E59D3DBF-B399-4978-9037-C6A80FBEB75F}"/>
    <dgm:cxn modelId="{866F3E22-0DE9-4D77-981E-EB25F4A7324A}" type="presOf" srcId="{D37CC803-1041-45E2-9F59-7FA79DA2D361}" destId="{0D45927B-FEE1-4611-B8FC-1B393A698031}" srcOrd="0" destOrd="0" presId="urn:microsoft.com/office/officeart/2008/layout/HorizontalMultiLevelHierarchy"/>
    <dgm:cxn modelId="{4F8CF02A-C69E-4925-91F6-597F2821114D}" type="presOf" srcId="{D8D68170-87FF-4B4B-9B3F-BD0959204106}" destId="{35CDAA0A-835F-49ED-97AD-D4736A0442E1}" srcOrd="0" destOrd="0" presId="urn:microsoft.com/office/officeart/2008/layout/HorizontalMultiLevelHierarchy"/>
    <dgm:cxn modelId="{8B761C30-8696-43B4-A75A-398823202DB9}" type="presOf" srcId="{D6460E7E-44F3-4043-A04E-DA7CF2793A8D}" destId="{63E43885-E693-4B03-B9BA-43F8ACFCB924}" srcOrd="0" destOrd="0" presId="urn:microsoft.com/office/officeart/2008/layout/HorizontalMultiLevelHierarchy"/>
    <dgm:cxn modelId="{1036393B-2278-4FC4-8E9E-54D31D69D050}" srcId="{E4A301D0-4B42-4545-A79F-AD6575FEC273}" destId="{D6460E7E-44F3-4043-A04E-DA7CF2793A8D}" srcOrd="9" destOrd="0" parTransId="{24B413C9-E37A-406B-BEAD-BD12FE5D7326}" sibTransId="{B8A99AB9-006F-4DA9-BB66-DF3585596364}"/>
    <dgm:cxn modelId="{DC553661-C726-4A24-BA9F-3AB6546C2980}" type="presOf" srcId="{F15A9BE0-A353-471D-8AFF-0A30F827CC9C}" destId="{0ECBD9E5-5E1C-4626-9ABC-02A45AEBB2D5}" srcOrd="0" destOrd="0" presId="urn:microsoft.com/office/officeart/2008/layout/HorizontalMultiLevelHierarchy"/>
    <dgm:cxn modelId="{0EA9B263-282C-4FC8-9E61-2C59CE0F7192}" type="presOf" srcId="{8DEECF5C-182C-4569-86BF-644C59D0A636}" destId="{6A5E0FC6-E519-4209-BC12-47501FC70E94}" srcOrd="0" destOrd="0" presId="urn:microsoft.com/office/officeart/2008/layout/HorizontalMultiLevelHierarchy"/>
    <dgm:cxn modelId="{7E99B843-878B-4EB0-A03E-65F520A48A07}" srcId="{E4A301D0-4B42-4545-A79F-AD6575FEC273}" destId="{BA11CD3F-0B40-439B-80C0-55F98D8E80A9}" srcOrd="5" destOrd="0" parTransId="{D7C727C3-56AF-4575-912A-A8592652C9AB}" sibTransId="{FFFB839C-416E-43AA-B71A-CAE3BC409418}"/>
    <dgm:cxn modelId="{77A07864-E1A7-41D2-BA8E-0A957DB967BD}" type="presOf" srcId="{972F7F1D-F771-4244-A9B5-75F0F8B0E61E}" destId="{4E738C57-32AA-48DE-9D32-4AB4D97778EE}" srcOrd="0" destOrd="0" presId="urn:microsoft.com/office/officeart/2008/layout/HorizontalMultiLevelHierarchy"/>
    <dgm:cxn modelId="{2A5E1949-67E4-447E-BDAA-8857E9806045}" type="presOf" srcId="{00C3E97B-6574-4EA2-BBC3-90184A9CCB32}" destId="{86F1B2E0-67A4-4CF7-8ECB-7B44DAC51BBA}" srcOrd="0" destOrd="0" presId="urn:microsoft.com/office/officeart/2008/layout/HorizontalMultiLevelHierarchy"/>
    <dgm:cxn modelId="{AEC76C74-E44D-4DDB-911B-D93B6ED6AD2A}" type="presOf" srcId="{E4A301D0-4B42-4545-A79F-AD6575FEC273}" destId="{875679F0-D398-4427-BB74-FE0A0A22E527}" srcOrd="0" destOrd="0" presId="urn:microsoft.com/office/officeart/2008/layout/HorizontalMultiLevelHierarchy"/>
    <dgm:cxn modelId="{663CDF74-1A15-44FA-B29E-E3ADF603B8FD}" type="presOf" srcId="{3E9952C7-F1BE-4090-BE0D-64684110F249}" destId="{E16F448A-5FAA-4ED4-82C4-1064CE330FEB}" srcOrd="0" destOrd="0" presId="urn:microsoft.com/office/officeart/2008/layout/HorizontalMultiLevelHierarchy"/>
    <dgm:cxn modelId="{52485F79-D9EF-4B1D-B3AC-46F22EEDD75A}" type="presOf" srcId="{E9DD5937-6A47-4B81-BD3D-0B2F46F996CA}" destId="{FF7D666F-DE6A-414E-B9EF-E1819F05FAFF}" srcOrd="0" destOrd="0" presId="urn:microsoft.com/office/officeart/2008/layout/HorizontalMultiLevelHierarchy"/>
    <dgm:cxn modelId="{EE4B1182-FA1A-4E82-984B-076FCA21ADC7}" type="presOf" srcId="{00C3E97B-6574-4EA2-BBC3-90184A9CCB32}" destId="{F9E800C3-1CD8-4575-8987-CD112C1D9EF2}" srcOrd="1" destOrd="0" presId="urn:microsoft.com/office/officeart/2008/layout/HorizontalMultiLevelHierarchy"/>
    <dgm:cxn modelId="{709A7A83-C214-46EB-A679-FA6A727DB8DB}" type="presOf" srcId="{51A12CF0-EBCC-4998-98AE-EF546496E5AE}" destId="{F6C0C7CE-A563-4E29-BCE8-6C006C8FAF27}" srcOrd="1" destOrd="0" presId="urn:microsoft.com/office/officeart/2008/layout/HorizontalMultiLevelHierarchy"/>
    <dgm:cxn modelId="{3912D384-2484-4457-AFD7-A2238677B826}" type="presOf" srcId="{6A2D6B94-A4E0-4963-BF81-B66549508B64}" destId="{6E87CE87-E1D5-408B-832C-C02CEF1E9FB9}" srcOrd="0" destOrd="0" presId="urn:microsoft.com/office/officeart/2008/layout/HorizontalMultiLevelHierarchy"/>
    <dgm:cxn modelId="{C158AF90-A6DE-40A6-9800-6AB82572E2C6}" type="presOf" srcId="{D7C727C3-56AF-4575-912A-A8592652C9AB}" destId="{EEE9D3EB-E875-403E-B8B4-AA9885EA9224}" srcOrd="1" destOrd="0" presId="urn:microsoft.com/office/officeart/2008/layout/HorizontalMultiLevelHierarchy"/>
    <dgm:cxn modelId="{87899893-7FB8-41DB-AD45-D0763171516F}" type="presOf" srcId="{51A12CF0-EBCC-4998-98AE-EF546496E5AE}" destId="{645856EC-D131-4A16-823B-42B62D1ECD27}" srcOrd="0" destOrd="0" presId="urn:microsoft.com/office/officeart/2008/layout/HorizontalMultiLevelHierarchy"/>
    <dgm:cxn modelId="{E4A2E693-4431-4731-A9A9-E45A02A13A2E}" type="presOf" srcId="{439F4FA9-BDAD-4562-8D7C-935BF1D2F23B}" destId="{CBBEA6C0-28C7-4930-BDAE-550F0EBE7AFD}" srcOrd="0" destOrd="0" presId="urn:microsoft.com/office/officeart/2008/layout/HorizontalMultiLevelHierarchy"/>
    <dgm:cxn modelId="{8EC9F295-29AF-4FE4-8260-7D48D6AE753E}" srcId="{E4A301D0-4B42-4545-A79F-AD6575FEC273}" destId="{D8D68170-87FF-4B4B-9B3F-BD0959204106}" srcOrd="8" destOrd="0" parTransId="{3E9952C7-F1BE-4090-BE0D-64684110F249}" sibTransId="{2A680045-687C-43FE-882C-D902472340D1}"/>
    <dgm:cxn modelId="{187A1BA1-27B0-48C2-8B2F-0C16D647CDC5}" type="presOf" srcId="{439F4FA9-BDAD-4562-8D7C-935BF1D2F23B}" destId="{8FF45183-D870-4F26-8942-9B554EC32878}" srcOrd="1" destOrd="0" presId="urn:microsoft.com/office/officeart/2008/layout/HorizontalMultiLevelHierarchy"/>
    <dgm:cxn modelId="{E282A6AF-DF75-44D3-8F95-FD60ACA8DCC2}" type="presOf" srcId="{FFC99F00-102E-4287-AE48-9BD52B295422}" destId="{166330FB-6542-4577-9600-B59EC4F63947}" srcOrd="0" destOrd="0" presId="urn:microsoft.com/office/officeart/2008/layout/HorizontalMultiLevelHierarchy"/>
    <dgm:cxn modelId="{FAF5F6AF-795A-4F1C-ACE8-D888CFF0A486}" srcId="{E4A301D0-4B42-4545-A79F-AD6575FEC273}" destId="{BDFB809E-FD7A-4DFF-9A78-FBE54F8E1FD2}" srcOrd="1" destOrd="0" parTransId="{6A2D6B94-A4E0-4963-BF81-B66549508B64}" sibTransId="{6DCE5687-AA10-4A36-967A-521DB18A2D75}"/>
    <dgm:cxn modelId="{B9EC8DBC-DA14-4E55-8223-03A83AE9E0A7}" type="presOf" srcId="{E0291B09-D89A-4684-A17D-01AF0AEDF0C2}" destId="{354358D7-4E80-4A56-992B-55A136D4DFE7}" srcOrd="0" destOrd="0" presId="urn:microsoft.com/office/officeart/2008/layout/HorizontalMultiLevelHierarchy"/>
    <dgm:cxn modelId="{11B1C1C5-4EFC-4C58-9D11-AD9F946E915B}" type="presOf" srcId="{BA11CD3F-0B40-439B-80C0-55F98D8E80A9}" destId="{1D52A30F-185D-43D8-8A55-7F90DC0525CC}" srcOrd="0" destOrd="0" presId="urn:microsoft.com/office/officeart/2008/layout/HorizontalMultiLevelHierarchy"/>
    <dgm:cxn modelId="{BF8550CE-F420-4960-866A-EEC350361DCA}" type="presOf" srcId="{972F7F1D-F771-4244-A9B5-75F0F8B0E61E}" destId="{81AF5B24-1D26-48B5-A475-F0807C35EFA3}" srcOrd="1" destOrd="0" presId="urn:microsoft.com/office/officeart/2008/layout/HorizontalMultiLevelHierarchy"/>
    <dgm:cxn modelId="{2AE723D2-5416-4540-8EE5-9AF4E06E8B03}" type="presOf" srcId="{D7C727C3-56AF-4575-912A-A8592652C9AB}" destId="{A62C96AF-BBF5-4D8C-9EA4-301EE32DC5B3}" srcOrd="0" destOrd="0" presId="urn:microsoft.com/office/officeart/2008/layout/HorizontalMultiLevelHierarchy"/>
    <dgm:cxn modelId="{04C163D9-2B86-4B10-9275-E7451A1838AD}" srcId="{E4A301D0-4B42-4545-A79F-AD6575FEC273}" destId="{F15A9BE0-A353-471D-8AFF-0A30F827CC9C}" srcOrd="7" destOrd="0" parTransId="{00C3E97B-6574-4EA2-BBC3-90184A9CCB32}" sibTransId="{F95ACD4C-138F-4838-B9FF-3BA9F624B78B}"/>
    <dgm:cxn modelId="{759AB1DC-446A-4F5C-9C00-21F5C3C48447}" srcId="{E4A301D0-4B42-4545-A79F-AD6575FEC273}" destId="{FFC99F00-102E-4287-AE48-9BD52B295422}" srcOrd="4" destOrd="0" parTransId="{8DEECF5C-182C-4569-86BF-644C59D0A636}" sibTransId="{6D24CEDD-8C9D-49D7-B9BC-89CDA619B116}"/>
    <dgm:cxn modelId="{D90F3DE4-9C8C-4F02-BBF1-04710AF83A16}" type="presOf" srcId="{6A2D6B94-A4E0-4963-BF81-B66549508B64}" destId="{6CC0445A-0321-4374-869C-AB56AD1F086C}" srcOrd="1" destOrd="0" presId="urn:microsoft.com/office/officeart/2008/layout/HorizontalMultiLevelHierarchy"/>
    <dgm:cxn modelId="{FC8AD4EA-6E57-43E5-9FF9-EF3A54434003}" type="presOf" srcId="{24B413C9-E37A-406B-BEAD-BD12FE5D7326}" destId="{FF3C13A7-5508-4FB8-BDAA-62829030763A}" srcOrd="0" destOrd="0" presId="urn:microsoft.com/office/officeart/2008/layout/HorizontalMultiLevelHierarchy"/>
    <dgm:cxn modelId="{BC3E9CF6-50CC-4696-A981-40D0050ABE95}" type="presOf" srcId="{A4C3C6A6-5A08-41E0-B4D6-B6A360DA961E}" destId="{3699AE75-3416-4F1B-856A-E2CD586485A3}" srcOrd="0" destOrd="0" presId="urn:microsoft.com/office/officeart/2008/layout/HorizontalMultiLevelHierarchy"/>
    <dgm:cxn modelId="{B38648FB-E943-4964-BE06-6526C21F2DA9}" srcId="{E4A301D0-4B42-4545-A79F-AD6575FEC273}" destId="{88F63212-C46B-479D-BD15-93E57A1B2430}" srcOrd="3" destOrd="0" parTransId="{51A12CF0-EBCC-4998-98AE-EF546496E5AE}" sibTransId="{698F6564-0D9F-41AC-A707-84F1340D25ED}"/>
    <dgm:cxn modelId="{E52BE9FF-1B82-4CDA-BE8F-8DDEDAAB6291}" type="presOf" srcId="{88F63212-C46B-479D-BD15-93E57A1B2430}" destId="{8A8F39CE-090E-4E20-A284-EBCC2832DA5C}" srcOrd="0" destOrd="0" presId="urn:microsoft.com/office/officeart/2008/layout/HorizontalMultiLevelHierarchy"/>
    <dgm:cxn modelId="{3BD3D601-E673-4155-BD71-D9E12F01C048}" type="presParOf" srcId="{33040C45-EFD4-4BAE-AF5F-BCE43E1F990E}" destId="{9EEE239D-F8D5-4E35-8C8B-D5C5F34A0B68}" srcOrd="0" destOrd="0" presId="urn:microsoft.com/office/officeart/2008/layout/HorizontalMultiLevelHierarchy"/>
    <dgm:cxn modelId="{33D9D5A8-280B-4617-A367-D4C0EFA30827}" type="presParOf" srcId="{9EEE239D-F8D5-4E35-8C8B-D5C5F34A0B68}" destId="{875679F0-D398-4427-BB74-FE0A0A22E527}" srcOrd="0" destOrd="0" presId="urn:microsoft.com/office/officeart/2008/layout/HorizontalMultiLevelHierarchy"/>
    <dgm:cxn modelId="{AD7C237E-B08B-467B-9A78-EF4A7331AA71}" type="presParOf" srcId="{9EEE239D-F8D5-4E35-8C8B-D5C5F34A0B68}" destId="{D2C1B22E-59B5-4B73-B525-C065D6DDF4D7}" srcOrd="1" destOrd="0" presId="urn:microsoft.com/office/officeart/2008/layout/HorizontalMultiLevelHierarchy"/>
    <dgm:cxn modelId="{1227E8CF-0B42-48E1-A9B9-9E313E258EEA}" type="presParOf" srcId="{D2C1B22E-59B5-4B73-B525-C065D6DDF4D7}" destId="{4E738C57-32AA-48DE-9D32-4AB4D97778EE}" srcOrd="0" destOrd="0" presId="urn:microsoft.com/office/officeart/2008/layout/HorizontalMultiLevelHierarchy"/>
    <dgm:cxn modelId="{FC2992DC-0FAC-431C-B19C-C5482EEEB895}" type="presParOf" srcId="{4E738C57-32AA-48DE-9D32-4AB4D97778EE}" destId="{81AF5B24-1D26-48B5-A475-F0807C35EFA3}" srcOrd="0" destOrd="0" presId="urn:microsoft.com/office/officeart/2008/layout/HorizontalMultiLevelHierarchy"/>
    <dgm:cxn modelId="{BED2ABF3-03E3-46B8-8EC7-B79EC6415F89}" type="presParOf" srcId="{D2C1B22E-59B5-4B73-B525-C065D6DDF4D7}" destId="{ECBC894E-881E-4506-831D-C0EA4545DCB7}" srcOrd="1" destOrd="0" presId="urn:microsoft.com/office/officeart/2008/layout/HorizontalMultiLevelHierarchy"/>
    <dgm:cxn modelId="{5007936A-53C3-4070-931B-9624279CF5A6}" type="presParOf" srcId="{ECBC894E-881E-4506-831D-C0EA4545DCB7}" destId="{3699AE75-3416-4F1B-856A-E2CD586485A3}" srcOrd="0" destOrd="0" presId="urn:microsoft.com/office/officeart/2008/layout/HorizontalMultiLevelHierarchy"/>
    <dgm:cxn modelId="{A2B586B5-1EF0-4EDE-9581-EA44FEDEC146}" type="presParOf" srcId="{ECBC894E-881E-4506-831D-C0EA4545DCB7}" destId="{86E9726F-9307-40FC-BAC0-7054C303346E}" srcOrd="1" destOrd="0" presId="urn:microsoft.com/office/officeart/2008/layout/HorizontalMultiLevelHierarchy"/>
    <dgm:cxn modelId="{768D88C7-A55B-4532-A6F7-A1868F060322}" type="presParOf" srcId="{D2C1B22E-59B5-4B73-B525-C065D6DDF4D7}" destId="{6E87CE87-E1D5-408B-832C-C02CEF1E9FB9}" srcOrd="2" destOrd="0" presId="urn:microsoft.com/office/officeart/2008/layout/HorizontalMultiLevelHierarchy"/>
    <dgm:cxn modelId="{4E9A6901-D122-43D8-9A40-A8DC4DC4BF55}" type="presParOf" srcId="{6E87CE87-E1D5-408B-832C-C02CEF1E9FB9}" destId="{6CC0445A-0321-4374-869C-AB56AD1F086C}" srcOrd="0" destOrd="0" presId="urn:microsoft.com/office/officeart/2008/layout/HorizontalMultiLevelHierarchy"/>
    <dgm:cxn modelId="{3AE70A6E-A73E-43D7-949F-E0EF096F54FB}" type="presParOf" srcId="{D2C1B22E-59B5-4B73-B525-C065D6DDF4D7}" destId="{14C6ACF3-323F-4747-91A9-17B480C74104}" srcOrd="3" destOrd="0" presId="urn:microsoft.com/office/officeart/2008/layout/HorizontalMultiLevelHierarchy"/>
    <dgm:cxn modelId="{CD0E01FD-54F4-4C3A-960B-86018F583A61}" type="presParOf" srcId="{14C6ACF3-323F-4747-91A9-17B480C74104}" destId="{1EEEC758-3B78-40B0-A6CD-6328E3691945}" srcOrd="0" destOrd="0" presId="urn:microsoft.com/office/officeart/2008/layout/HorizontalMultiLevelHierarchy"/>
    <dgm:cxn modelId="{5A3B60DA-BB35-4135-91EF-423ECC84E935}" type="presParOf" srcId="{14C6ACF3-323F-4747-91A9-17B480C74104}" destId="{E1B877FA-C13F-491D-97B7-1B81163966E8}" srcOrd="1" destOrd="0" presId="urn:microsoft.com/office/officeart/2008/layout/HorizontalMultiLevelHierarchy"/>
    <dgm:cxn modelId="{719249AD-0CE7-477D-8E60-DCABE52CD6C6}" type="presParOf" srcId="{D2C1B22E-59B5-4B73-B525-C065D6DDF4D7}" destId="{FF7D666F-DE6A-414E-B9EF-E1819F05FAFF}" srcOrd="4" destOrd="0" presId="urn:microsoft.com/office/officeart/2008/layout/HorizontalMultiLevelHierarchy"/>
    <dgm:cxn modelId="{2D10E6DF-5683-4F09-B4E5-A3BB73998F2E}" type="presParOf" srcId="{FF7D666F-DE6A-414E-B9EF-E1819F05FAFF}" destId="{904DF1A3-DDF8-4DBE-A4EF-4E274D812B62}" srcOrd="0" destOrd="0" presId="urn:microsoft.com/office/officeart/2008/layout/HorizontalMultiLevelHierarchy"/>
    <dgm:cxn modelId="{493AC5FA-D8CB-48F8-858F-63239CBD060B}" type="presParOf" srcId="{D2C1B22E-59B5-4B73-B525-C065D6DDF4D7}" destId="{C1644809-FBD7-4F5A-B417-CB3359B81DC1}" srcOrd="5" destOrd="0" presId="urn:microsoft.com/office/officeart/2008/layout/HorizontalMultiLevelHierarchy"/>
    <dgm:cxn modelId="{FF23944C-2E1F-489C-A0AE-44D57B49C269}" type="presParOf" srcId="{C1644809-FBD7-4F5A-B417-CB3359B81DC1}" destId="{354358D7-4E80-4A56-992B-55A136D4DFE7}" srcOrd="0" destOrd="0" presId="urn:microsoft.com/office/officeart/2008/layout/HorizontalMultiLevelHierarchy"/>
    <dgm:cxn modelId="{EB2F6AC4-D51E-4AA6-B48F-417118B6FA76}" type="presParOf" srcId="{C1644809-FBD7-4F5A-B417-CB3359B81DC1}" destId="{A3FBC30C-EE2B-4C61-ADA2-C7A4B59C3E7A}" srcOrd="1" destOrd="0" presId="urn:microsoft.com/office/officeart/2008/layout/HorizontalMultiLevelHierarchy"/>
    <dgm:cxn modelId="{AB411E49-718E-4E13-A66F-3094A2843780}" type="presParOf" srcId="{D2C1B22E-59B5-4B73-B525-C065D6DDF4D7}" destId="{645856EC-D131-4A16-823B-42B62D1ECD27}" srcOrd="6" destOrd="0" presId="urn:microsoft.com/office/officeart/2008/layout/HorizontalMultiLevelHierarchy"/>
    <dgm:cxn modelId="{9F19DB20-8889-4106-A739-861D1F795F46}" type="presParOf" srcId="{645856EC-D131-4A16-823B-42B62D1ECD27}" destId="{F6C0C7CE-A563-4E29-BCE8-6C006C8FAF27}" srcOrd="0" destOrd="0" presId="urn:microsoft.com/office/officeart/2008/layout/HorizontalMultiLevelHierarchy"/>
    <dgm:cxn modelId="{EBCE0D48-DF2E-4F52-87CC-F4FEAF826370}" type="presParOf" srcId="{D2C1B22E-59B5-4B73-B525-C065D6DDF4D7}" destId="{8F302862-6B24-4C14-B2F1-2AC0B5321676}" srcOrd="7" destOrd="0" presId="urn:microsoft.com/office/officeart/2008/layout/HorizontalMultiLevelHierarchy"/>
    <dgm:cxn modelId="{DA428F78-94DB-4BD0-8E7A-DFFB46535D72}" type="presParOf" srcId="{8F302862-6B24-4C14-B2F1-2AC0B5321676}" destId="{8A8F39CE-090E-4E20-A284-EBCC2832DA5C}" srcOrd="0" destOrd="0" presId="urn:microsoft.com/office/officeart/2008/layout/HorizontalMultiLevelHierarchy"/>
    <dgm:cxn modelId="{7C622C33-8A0B-4DDD-B50E-2D79AA2D5D59}" type="presParOf" srcId="{8F302862-6B24-4C14-B2F1-2AC0B5321676}" destId="{F8C20B0E-D000-4A5C-B5BD-28AD96AFF9A2}" srcOrd="1" destOrd="0" presId="urn:microsoft.com/office/officeart/2008/layout/HorizontalMultiLevelHierarchy"/>
    <dgm:cxn modelId="{821EF90D-6FFA-4BF6-A549-4930BBB4D63A}" type="presParOf" srcId="{D2C1B22E-59B5-4B73-B525-C065D6DDF4D7}" destId="{6A5E0FC6-E519-4209-BC12-47501FC70E94}" srcOrd="8" destOrd="0" presId="urn:microsoft.com/office/officeart/2008/layout/HorizontalMultiLevelHierarchy"/>
    <dgm:cxn modelId="{D5AD3797-BC3D-4D16-8E63-A7DF42E1596D}" type="presParOf" srcId="{6A5E0FC6-E519-4209-BC12-47501FC70E94}" destId="{62BC4440-9BF3-427C-970E-2AAF015D7D90}" srcOrd="0" destOrd="0" presId="urn:microsoft.com/office/officeart/2008/layout/HorizontalMultiLevelHierarchy"/>
    <dgm:cxn modelId="{EBCF15A7-7A86-4CC8-AEF7-61CF29BAF2E6}" type="presParOf" srcId="{D2C1B22E-59B5-4B73-B525-C065D6DDF4D7}" destId="{F019C7B9-28E2-4C3E-916C-1D6CCA36F72D}" srcOrd="9" destOrd="0" presId="urn:microsoft.com/office/officeart/2008/layout/HorizontalMultiLevelHierarchy"/>
    <dgm:cxn modelId="{5723910E-81AE-40B5-9768-F6663FF37BC8}" type="presParOf" srcId="{F019C7B9-28E2-4C3E-916C-1D6CCA36F72D}" destId="{166330FB-6542-4577-9600-B59EC4F63947}" srcOrd="0" destOrd="0" presId="urn:microsoft.com/office/officeart/2008/layout/HorizontalMultiLevelHierarchy"/>
    <dgm:cxn modelId="{346B3E8F-0876-4E02-9393-48481FA7CF01}" type="presParOf" srcId="{F019C7B9-28E2-4C3E-916C-1D6CCA36F72D}" destId="{B4092AE9-8FBC-4891-9706-4AFF4FFF8D47}" srcOrd="1" destOrd="0" presId="urn:microsoft.com/office/officeart/2008/layout/HorizontalMultiLevelHierarchy"/>
    <dgm:cxn modelId="{EAB41945-8C2D-429A-9642-31311B092A64}" type="presParOf" srcId="{D2C1B22E-59B5-4B73-B525-C065D6DDF4D7}" destId="{A62C96AF-BBF5-4D8C-9EA4-301EE32DC5B3}" srcOrd="10" destOrd="0" presId="urn:microsoft.com/office/officeart/2008/layout/HorizontalMultiLevelHierarchy"/>
    <dgm:cxn modelId="{DE424DA3-03BE-4392-8C5B-788328F36247}" type="presParOf" srcId="{A62C96AF-BBF5-4D8C-9EA4-301EE32DC5B3}" destId="{EEE9D3EB-E875-403E-B8B4-AA9885EA9224}" srcOrd="0" destOrd="0" presId="urn:microsoft.com/office/officeart/2008/layout/HorizontalMultiLevelHierarchy"/>
    <dgm:cxn modelId="{6C7917D8-93EB-4E7E-AC30-7E30B3282B3A}" type="presParOf" srcId="{D2C1B22E-59B5-4B73-B525-C065D6DDF4D7}" destId="{FD38814B-9458-4518-A7A2-5FC1A6642763}" srcOrd="11" destOrd="0" presId="urn:microsoft.com/office/officeart/2008/layout/HorizontalMultiLevelHierarchy"/>
    <dgm:cxn modelId="{5E91EC0D-A577-40CE-8F89-4398D495C5E6}" type="presParOf" srcId="{FD38814B-9458-4518-A7A2-5FC1A6642763}" destId="{1D52A30F-185D-43D8-8A55-7F90DC0525CC}" srcOrd="0" destOrd="0" presId="urn:microsoft.com/office/officeart/2008/layout/HorizontalMultiLevelHierarchy"/>
    <dgm:cxn modelId="{1924F054-2CE7-4615-8F68-9B3F9EBC7A9A}" type="presParOf" srcId="{FD38814B-9458-4518-A7A2-5FC1A6642763}" destId="{94C1F155-47BD-4A6D-8552-1CEA0EBF74CA}" srcOrd="1" destOrd="0" presId="urn:microsoft.com/office/officeart/2008/layout/HorizontalMultiLevelHierarchy"/>
    <dgm:cxn modelId="{A9CB89DA-F5C5-4DC3-AB5E-A96E7BB8C9FC}" type="presParOf" srcId="{D2C1B22E-59B5-4B73-B525-C065D6DDF4D7}" destId="{CBBEA6C0-28C7-4930-BDAE-550F0EBE7AFD}" srcOrd="12" destOrd="0" presId="urn:microsoft.com/office/officeart/2008/layout/HorizontalMultiLevelHierarchy"/>
    <dgm:cxn modelId="{EC396EB5-9976-46DF-B700-35B00AA7DC43}" type="presParOf" srcId="{CBBEA6C0-28C7-4930-BDAE-550F0EBE7AFD}" destId="{8FF45183-D870-4F26-8942-9B554EC32878}" srcOrd="0" destOrd="0" presId="urn:microsoft.com/office/officeart/2008/layout/HorizontalMultiLevelHierarchy"/>
    <dgm:cxn modelId="{795E0586-4B5B-4887-B4E9-4707553B7D39}" type="presParOf" srcId="{D2C1B22E-59B5-4B73-B525-C065D6DDF4D7}" destId="{25D78803-DF02-4738-870C-2F41477A18E2}" srcOrd="13" destOrd="0" presId="urn:microsoft.com/office/officeart/2008/layout/HorizontalMultiLevelHierarchy"/>
    <dgm:cxn modelId="{810412B7-FA8B-4B76-A234-D5434C24B22C}" type="presParOf" srcId="{25D78803-DF02-4738-870C-2F41477A18E2}" destId="{0D45927B-FEE1-4611-B8FC-1B393A698031}" srcOrd="0" destOrd="0" presId="urn:microsoft.com/office/officeart/2008/layout/HorizontalMultiLevelHierarchy"/>
    <dgm:cxn modelId="{DB6A0798-166B-43DE-BD5D-18BCF8E8867C}" type="presParOf" srcId="{25D78803-DF02-4738-870C-2F41477A18E2}" destId="{BF76B3C2-BD88-4E48-86EB-23A9BBD3687F}" srcOrd="1" destOrd="0" presId="urn:microsoft.com/office/officeart/2008/layout/HorizontalMultiLevelHierarchy"/>
    <dgm:cxn modelId="{343FDF8B-FBBC-4AB8-8F34-0E0FC4CE8889}" type="presParOf" srcId="{D2C1B22E-59B5-4B73-B525-C065D6DDF4D7}" destId="{86F1B2E0-67A4-4CF7-8ECB-7B44DAC51BBA}" srcOrd="14" destOrd="0" presId="urn:microsoft.com/office/officeart/2008/layout/HorizontalMultiLevelHierarchy"/>
    <dgm:cxn modelId="{D4865419-6001-4978-9AF8-905D6327D13B}" type="presParOf" srcId="{86F1B2E0-67A4-4CF7-8ECB-7B44DAC51BBA}" destId="{F9E800C3-1CD8-4575-8987-CD112C1D9EF2}" srcOrd="0" destOrd="0" presId="urn:microsoft.com/office/officeart/2008/layout/HorizontalMultiLevelHierarchy"/>
    <dgm:cxn modelId="{F4185ACD-1CE2-4D33-A5D0-6A0FD41B0A75}" type="presParOf" srcId="{D2C1B22E-59B5-4B73-B525-C065D6DDF4D7}" destId="{4E013A6C-323E-4406-BF27-8AC8024AE818}" srcOrd="15" destOrd="0" presId="urn:microsoft.com/office/officeart/2008/layout/HorizontalMultiLevelHierarchy"/>
    <dgm:cxn modelId="{9F84E132-53FA-48B5-B1ED-72BB9B350C1A}" type="presParOf" srcId="{4E013A6C-323E-4406-BF27-8AC8024AE818}" destId="{0ECBD9E5-5E1C-4626-9ABC-02A45AEBB2D5}" srcOrd="0" destOrd="0" presId="urn:microsoft.com/office/officeart/2008/layout/HorizontalMultiLevelHierarchy"/>
    <dgm:cxn modelId="{B41AC95A-8EF8-40F5-B6A4-6BD5FAB70A9C}" type="presParOf" srcId="{4E013A6C-323E-4406-BF27-8AC8024AE818}" destId="{32494EBE-151A-4FAE-BF21-465C2FA2D239}" srcOrd="1" destOrd="0" presId="urn:microsoft.com/office/officeart/2008/layout/HorizontalMultiLevelHierarchy"/>
    <dgm:cxn modelId="{83D28BB8-33DF-4F72-8FB4-B03A7F5A7B21}" type="presParOf" srcId="{D2C1B22E-59B5-4B73-B525-C065D6DDF4D7}" destId="{E16F448A-5FAA-4ED4-82C4-1064CE330FEB}" srcOrd="16" destOrd="0" presId="urn:microsoft.com/office/officeart/2008/layout/HorizontalMultiLevelHierarchy"/>
    <dgm:cxn modelId="{A11D7F9F-7714-40C8-8143-8C5851E53310}" type="presParOf" srcId="{E16F448A-5FAA-4ED4-82C4-1064CE330FEB}" destId="{92C5185C-D384-4565-838A-ED922098B2A4}" srcOrd="0" destOrd="0" presId="urn:microsoft.com/office/officeart/2008/layout/HorizontalMultiLevelHierarchy"/>
    <dgm:cxn modelId="{C42EE6F1-F3D1-4CCD-AF47-9AC26BF22F18}" type="presParOf" srcId="{D2C1B22E-59B5-4B73-B525-C065D6DDF4D7}" destId="{00E65A9C-1FEE-4B1F-A42D-0CA9AE70A406}" srcOrd="17" destOrd="0" presId="urn:microsoft.com/office/officeart/2008/layout/HorizontalMultiLevelHierarchy"/>
    <dgm:cxn modelId="{7EBE132A-181D-47B5-AE0A-C2DE553E2F64}" type="presParOf" srcId="{00E65A9C-1FEE-4B1F-A42D-0CA9AE70A406}" destId="{35CDAA0A-835F-49ED-97AD-D4736A0442E1}" srcOrd="0" destOrd="0" presId="urn:microsoft.com/office/officeart/2008/layout/HorizontalMultiLevelHierarchy"/>
    <dgm:cxn modelId="{FEA28FCA-B678-4A66-AA8A-71ED5123E7D1}" type="presParOf" srcId="{00E65A9C-1FEE-4B1F-A42D-0CA9AE70A406}" destId="{5A6BC836-ACC6-45C2-B1CF-3B221A1EC286}" srcOrd="1" destOrd="0" presId="urn:microsoft.com/office/officeart/2008/layout/HorizontalMultiLevelHierarchy"/>
    <dgm:cxn modelId="{8949EC23-3737-4D74-B6E6-873E797CC9CE}" type="presParOf" srcId="{D2C1B22E-59B5-4B73-B525-C065D6DDF4D7}" destId="{FF3C13A7-5508-4FB8-BDAA-62829030763A}" srcOrd="18" destOrd="0" presId="urn:microsoft.com/office/officeart/2008/layout/HorizontalMultiLevelHierarchy"/>
    <dgm:cxn modelId="{AF7D34C1-DF1E-4057-BD4B-4725BF74C020}" type="presParOf" srcId="{FF3C13A7-5508-4FB8-BDAA-62829030763A}" destId="{FAE8516B-392E-4444-B827-7FC026EF9061}" srcOrd="0" destOrd="0" presId="urn:microsoft.com/office/officeart/2008/layout/HorizontalMultiLevelHierarchy"/>
    <dgm:cxn modelId="{8DBDF386-F1F3-4167-9A26-C5B38C987D12}" type="presParOf" srcId="{D2C1B22E-59B5-4B73-B525-C065D6DDF4D7}" destId="{3E7A040E-71B0-4278-ACD8-9B43DF293FF9}" srcOrd="19" destOrd="0" presId="urn:microsoft.com/office/officeart/2008/layout/HorizontalMultiLevelHierarchy"/>
    <dgm:cxn modelId="{BD71EB36-D8B4-4C3C-ACD0-43B20BBFE15A}" type="presParOf" srcId="{3E7A040E-71B0-4278-ACD8-9B43DF293FF9}" destId="{63E43885-E693-4B03-B9BA-43F8ACFCB924}" srcOrd="0" destOrd="0" presId="urn:microsoft.com/office/officeart/2008/layout/HorizontalMultiLevelHierarchy"/>
    <dgm:cxn modelId="{A2F43A7F-4D53-4A12-AE84-4C086726C104}" type="presParOf" srcId="{3E7A040E-71B0-4278-ACD8-9B43DF293FF9}" destId="{DA80B73F-CEED-4FCD-BEFC-5D449E15F0EC}" srcOrd="1" destOrd="0" presId="urn:microsoft.com/office/officeart/2008/layout/HorizontalMultiLevelHierarchy"/>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B18FFF88-17A8-4D2F-8ED9-B2DB98760064}" type="doc">
      <dgm:prSet loTypeId="urn:microsoft.com/office/officeart/2008/layout/HorizontalMultiLevelHierarchy" loCatId="hierarchy" qsTypeId="urn:microsoft.com/office/officeart/2005/8/quickstyle/simple1" qsCatId="simple" csTypeId="urn:microsoft.com/office/officeart/2005/8/colors/colorful5" csCatId="colorful" phldr="1"/>
      <dgm:spPr/>
      <dgm:t>
        <a:bodyPr/>
        <a:lstStyle/>
        <a:p>
          <a:endParaRPr lang="tr-TR"/>
        </a:p>
      </dgm:t>
    </dgm:pt>
    <dgm:pt modelId="{E4A301D0-4B42-4545-A79F-AD6575FEC273}">
      <dgm:prSet phldrT="[Metin]" custT="1"/>
      <dgm:spPr>
        <a:solidFill>
          <a:srgbClr val="02E8CD"/>
        </a:solidFill>
        <a:ln w="25400" cap="flat" cmpd="sng" algn="ctr">
          <a:solidFill>
            <a:prstClr val="white">
              <a:hueOff val="0"/>
              <a:satOff val="0"/>
              <a:lumOff val="0"/>
              <a:alphaOff val="0"/>
            </a:prstClr>
          </a:solidFill>
          <a:prstDash val="solid"/>
        </a:ln>
        <a:effectLst/>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tr-TR" sz="2000" b="1" kern="1200" dirty="0">
              <a:solidFill>
                <a:prstClr val="black"/>
              </a:solidFill>
              <a:latin typeface="Calibri"/>
              <a:ea typeface="+mn-ea"/>
              <a:cs typeface="+mn-cs"/>
            </a:rPr>
            <a:t>Bengü TAŞDELEN</a:t>
          </a:r>
        </a:p>
      </dgm:t>
    </dgm:pt>
    <dgm:pt modelId="{9D446891-403B-4D51-B26C-51E4CB0A6819}" type="sibTrans" cxnId="{33C9A113-3B8E-4121-8093-FC85EE0B52EC}">
      <dgm:prSet/>
      <dgm:spPr/>
      <dgm:t>
        <a:bodyPr/>
        <a:lstStyle/>
        <a:p>
          <a:endParaRPr lang="tr-TR" sz="1200">
            <a:solidFill>
              <a:schemeClr val="tx1"/>
            </a:solidFill>
          </a:endParaRPr>
        </a:p>
      </dgm:t>
    </dgm:pt>
    <dgm:pt modelId="{1CDD9C7B-151A-4358-B731-027D78826285}" type="parTrans" cxnId="{33C9A113-3B8E-4121-8093-FC85EE0B52EC}">
      <dgm:prSet/>
      <dgm:spPr/>
      <dgm:t>
        <a:bodyPr/>
        <a:lstStyle/>
        <a:p>
          <a:endParaRPr lang="tr-TR" sz="1200">
            <a:solidFill>
              <a:schemeClr val="tx1"/>
            </a:solidFill>
          </a:endParaRPr>
        </a:p>
      </dgm:t>
    </dgm:pt>
    <dgm:pt modelId="{E0291B09-D89A-4684-A17D-01AF0AEDF0C2}">
      <dgm:prSet custT="1"/>
      <dgm:spPr>
        <a:solidFill>
          <a:srgbClr val="02E8CD"/>
        </a:solidFill>
      </dgm:spPr>
      <dgm:t>
        <a:bodyPr/>
        <a:lstStyle/>
        <a:p>
          <a:r>
            <a:rPr lang="tr-TR" sz="1200" dirty="0">
              <a:solidFill>
                <a:schemeClr val="tx1"/>
              </a:solidFill>
            </a:rPr>
            <a:t>AR-GE Direktörlüğü</a:t>
          </a:r>
        </a:p>
      </dgm:t>
    </dgm:pt>
    <dgm:pt modelId="{E9DD5937-6A47-4B81-BD3D-0B2F46F996CA}" type="parTrans" cxnId="{B977CF06-CBD0-4AE3-8CBC-C9A3907E6215}">
      <dgm:prSet custT="1"/>
      <dgm:spPr>
        <a:ln>
          <a:solidFill>
            <a:srgbClr val="02E8CD"/>
          </a:solidFill>
        </a:ln>
      </dgm:spPr>
      <dgm:t>
        <a:bodyPr/>
        <a:lstStyle/>
        <a:p>
          <a:endParaRPr lang="tr-TR" sz="1200">
            <a:solidFill>
              <a:schemeClr val="tx1"/>
            </a:solidFill>
          </a:endParaRPr>
        </a:p>
      </dgm:t>
    </dgm:pt>
    <dgm:pt modelId="{8E3EDB34-523D-4E41-A9AC-9CCFE1F0D2AA}" type="sibTrans" cxnId="{B977CF06-CBD0-4AE3-8CBC-C9A3907E6215}">
      <dgm:prSet/>
      <dgm:spPr/>
      <dgm:t>
        <a:bodyPr/>
        <a:lstStyle/>
        <a:p>
          <a:endParaRPr lang="tr-TR" sz="1200">
            <a:solidFill>
              <a:schemeClr val="tx1"/>
            </a:solidFill>
          </a:endParaRPr>
        </a:p>
      </dgm:t>
    </dgm:pt>
    <dgm:pt modelId="{FFC99F00-102E-4287-AE48-9BD52B295422}">
      <dgm:prSet custT="1"/>
      <dgm:spPr>
        <a:solidFill>
          <a:srgbClr val="02E8CD"/>
        </a:solidFill>
      </dgm:spPr>
      <dgm:t>
        <a:bodyPr/>
        <a:lstStyle/>
        <a:p>
          <a:r>
            <a:rPr lang="tr-TR" sz="1200" dirty="0">
              <a:solidFill>
                <a:schemeClr val="tx1"/>
              </a:solidFill>
            </a:rPr>
            <a:t>Destek Hizmetleri Müdürlüğü</a:t>
          </a:r>
        </a:p>
      </dgm:t>
    </dgm:pt>
    <dgm:pt modelId="{8DEECF5C-182C-4569-86BF-644C59D0A636}" type="parTrans" cxnId="{759AB1DC-446A-4F5C-9C00-21F5C3C48447}">
      <dgm:prSet custT="1"/>
      <dgm:spPr>
        <a:ln>
          <a:solidFill>
            <a:srgbClr val="02E8CD"/>
          </a:solidFill>
        </a:ln>
      </dgm:spPr>
      <dgm:t>
        <a:bodyPr/>
        <a:lstStyle/>
        <a:p>
          <a:endParaRPr lang="tr-TR" sz="1200">
            <a:solidFill>
              <a:schemeClr val="tx1"/>
            </a:solidFill>
          </a:endParaRPr>
        </a:p>
      </dgm:t>
    </dgm:pt>
    <dgm:pt modelId="{6D24CEDD-8C9D-49D7-B9BC-89CDA619B116}" type="sibTrans" cxnId="{759AB1DC-446A-4F5C-9C00-21F5C3C48447}">
      <dgm:prSet/>
      <dgm:spPr/>
      <dgm:t>
        <a:bodyPr/>
        <a:lstStyle/>
        <a:p>
          <a:endParaRPr lang="tr-TR" sz="1200">
            <a:solidFill>
              <a:schemeClr val="tx1"/>
            </a:solidFill>
          </a:endParaRPr>
        </a:p>
      </dgm:t>
    </dgm:pt>
    <dgm:pt modelId="{D37CC803-1041-45E2-9F59-7FA79DA2D361}">
      <dgm:prSet custT="1"/>
      <dgm:spPr>
        <a:solidFill>
          <a:srgbClr val="02E8CD"/>
        </a:solidFill>
      </dgm:spPr>
      <dgm:t>
        <a:bodyPr/>
        <a:lstStyle/>
        <a:p>
          <a:r>
            <a:rPr lang="tr-TR" sz="1200" dirty="0">
              <a:solidFill>
                <a:schemeClr val="tx1"/>
              </a:solidFill>
            </a:rPr>
            <a:t>Yüksek Fırınlar Müdürlüğü</a:t>
          </a:r>
        </a:p>
      </dgm:t>
    </dgm:pt>
    <dgm:pt modelId="{439F4FA9-BDAD-4562-8D7C-935BF1D2F23B}" type="parTrans" cxnId="{BFBEFF21-74C6-456E-ABD8-5FD06E92761C}">
      <dgm:prSet custT="1"/>
      <dgm:spPr>
        <a:ln>
          <a:solidFill>
            <a:srgbClr val="02E8CD"/>
          </a:solidFill>
        </a:ln>
      </dgm:spPr>
      <dgm:t>
        <a:bodyPr/>
        <a:lstStyle/>
        <a:p>
          <a:endParaRPr lang="tr-TR" sz="1200">
            <a:solidFill>
              <a:schemeClr val="tx1"/>
            </a:solidFill>
          </a:endParaRPr>
        </a:p>
      </dgm:t>
    </dgm:pt>
    <dgm:pt modelId="{E59D3DBF-B399-4978-9037-C6A80FBEB75F}" type="sibTrans" cxnId="{BFBEFF21-74C6-456E-ABD8-5FD06E92761C}">
      <dgm:prSet/>
      <dgm:spPr/>
      <dgm:t>
        <a:bodyPr/>
        <a:lstStyle/>
        <a:p>
          <a:endParaRPr lang="tr-TR" sz="1200">
            <a:solidFill>
              <a:schemeClr val="tx1"/>
            </a:solidFill>
          </a:endParaRPr>
        </a:p>
      </dgm:t>
    </dgm:pt>
    <dgm:pt modelId="{F15A9BE0-A353-471D-8AFF-0A30F827CC9C}">
      <dgm:prSet custT="1"/>
      <dgm:spPr>
        <a:solidFill>
          <a:srgbClr val="02E8CD"/>
        </a:solidFill>
      </dgm:spPr>
      <dgm:t>
        <a:bodyPr/>
        <a:lstStyle/>
        <a:p>
          <a:r>
            <a:rPr lang="tr-TR" sz="1200" dirty="0">
              <a:solidFill>
                <a:schemeClr val="tx1"/>
              </a:solidFill>
            </a:rPr>
            <a:t>Elektrik Bakım Müdürlüğü</a:t>
          </a:r>
        </a:p>
      </dgm:t>
    </dgm:pt>
    <dgm:pt modelId="{00C3E97B-6574-4EA2-BBC3-90184A9CCB32}" type="parTrans" cxnId="{04C163D9-2B86-4B10-9275-E7451A1838AD}">
      <dgm:prSet custT="1"/>
      <dgm:spPr>
        <a:ln>
          <a:solidFill>
            <a:srgbClr val="02E8CD"/>
          </a:solidFill>
        </a:ln>
      </dgm:spPr>
      <dgm:t>
        <a:bodyPr/>
        <a:lstStyle/>
        <a:p>
          <a:endParaRPr lang="tr-TR" sz="1200">
            <a:solidFill>
              <a:schemeClr val="tx1"/>
            </a:solidFill>
          </a:endParaRPr>
        </a:p>
      </dgm:t>
    </dgm:pt>
    <dgm:pt modelId="{F95ACD4C-138F-4838-B9FF-3BA9F624B78B}" type="sibTrans" cxnId="{04C163D9-2B86-4B10-9275-E7451A1838AD}">
      <dgm:prSet/>
      <dgm:spPr/>
      <dgm:t>
        <a:bodyPr/>
        <a:lstStyle/>
        <a:p>
          <a:endParaRPr lang="tr-TR" sz="1200">
            <a:solidFill>
              <a:schemeClr val="tx1"/>
            </a:solidFill>
          </a:endParaRPr>
        </a:p>
      </dgm:t>
    </dgm:pt>
    <dgm:pt modelId="{D8D68170-87FF-4B4B-9B3F-BD0959204106}">
      <dgm:prSet custT="1"/>
      <dgm:spPr>
        <a:solidFill>
          <a:srgbClr val="02E8CD"/>
        </a:solidFill>
      </dgm:spPr>
      <dgm:t>
        <a:bodyPr/>
        <a:lstStyle/>
        <a:p>
          <a:r>
            <a:rPr lang="tr-TR" sz="1200" dirty="0">
              <a:solidFill>
                <a:schemeClr val="tx1"/>
              </a:solidFill>
            </a:rPr>
            <a:t>Stok Yönetim Müdürlüğü</a:t>
          </a:r>
        </a:p>
      </dgm:t>
    </dgm:pt>
    <dgm:pt modelId="{3E9952C7-F1BE-4090-BE0D-64684110F249}" type="parTrans" cxnId="{8EC9F295-29AF-4FE4-8260-7D48D6AE753E}">
      <dgm:prSet custT="1"/>
      <dgm:spPr>
        <a:ln>
          <a:solidFill>
            <a:srgbClr val="02E8CD"/>
          </a:solidFill>
        </a:ln>
      </dgm:spPr>
      <dgm:t>
        <a:bodyPr/>
        <a:lstStyle/>
        <a:p>
          <a:endParaRPr lang="tr-TR" sz="1200">
            <a:solidFill>
              <a:schemeClr val="tx1"/>
            </a:solidFill>
          </a:endParaRPr>
        </a:p>
      </dgm:t>
    </dgm:pt>
    <dgm:pt modelId="{2A680045-687C-43FE-882C-D902472340D1}" type="sibTrans" cxnId="{8EC9F295-29AF-4FE4-8260-7D48D6AE753E}">
      <dgm:prSet/>
      <dgm:spPr/>
      <dgm:t>
        <a:bodyPr/>
        <a:lstStyle/>
        <a:p>
          <a:endParaRPr lang="tr-TR" sz="1200">
            <a:solidFill>
              <a:schemeClr val="tx1"/>
            </a:solidFill>
          </a:endParaRPr>
        </a:p>
      </dgm:t>
    </dgm:pt>
    <dgm:pt modelId="{33040C45-EFD4-4BAE-AF5F-BCE43E1F990E}" type="pres">
      <dgm:prSet presAssocID="{B18FFF88-17A8-4D2F-8ED9-B2DB98760064}" presName="Name0" presStyleCnt="0">
        <dgm:presLayoutVars>
          <dgm:chPref val="1"/>
          <dgm:dir/>
          <dgm:animOne val="branch"/>
          <dgm:animLvl val="lvl"/>
          <dgm:resizeHandles val="exact"/>
        </dgm:presLayoutVars>
      </dgm:prSet>
      <dgm:spPr/>
    </dgm:pt>
    <dgm:pt modelId="{9EEE239D-F8D5-4E35-8C8B-D5C5F34A0B68}" type="pres">
      <dgm:prSet presAssocID="{E4A301D0-4B42-4545-A79F-AD6575FEC273}" presName="root1" presStyleCnt="0"/>
      <dgm:spPr/>
    </dgm:pt>
    <dgm:pt modelId="{875679F0-D398-4427-BB74-FE0A0A22E527}" type="pres">
      <dgm:prSet presAssocID="{E4A301D0-4B42-4545-A79F-AD6575FEC273}" presName="LevelOneTextNode" presStyleLbl="node0" presStyleIdx="0" presStyleCnt="1" custScaleX="156775" custScaleY="121885">
        <dgm:presLayoutVars>
          <dgm:chPref val="3"/>
        </dgm:presLayoutVars>
      </dgm:prSet>
      <dgm:spPr>
        <a:xfrm rot="16200000">
          <a:off x="-748315" y="2269368"/>
          <a:ext cx="2435893" cy="595303"/>
        </a:xfrm>
        <a:prstGeom prst="rect">
          <a:avLst/>
        </a:prstGeom>
      </dgm:spPr>
    </dgm:pt>
    <dgm:pt modelId="{D2C1B22E-59B5-4B73-B525-C065D6DDF4D7}" type="pres">
      <dgm:prSet presAssocID="{E4A301D0-4B42-4545-A79F-AD6575FEC273}" presName="level2hierChild" presStyleCnt="0"/>
      <dgm:spPr/>
    </dgm:pt>
    <dgm:pt modelId="{FF7D666F-DE6A-414E-B9EF-E1819F05FAFF}" type="pres">
      <dgm:prSet presAssocID="{E9DD5937-6A47-4B81-BD3D-0B2F46F996CA}" presName="conn2-1" presStyleLbl="parChTrans1D2" presStyleIdx="0" presStyleCnt="5"/>
      <dgm:spPr/>
    </dgm:pt>
    <dgm:pt modelId="{904DF1A3-DDF8-4DBE-A4EF-4E274D812B62}" type="pres">
      <dgm:prSet presAssocID="{E9DD5937-6A47-4B81-BD3D-0B2F46F996CA}" presName="connTx" presStyleLbl="parChTrans1D2" presStyleIdx="0" presStyleCnt="5"/>
      <dgm:spPr/>
    </dgm:pt>
    <dgm:pt modelId="{C1644809-FBD7-4F5A-B417-CB3359B81DC1}" type="pres">
      <dgm:prSet presAssocID="{E0291B09-D89A-4684-A17D-01AF0AEDF0C2}" presName="root2" presStyleCnt="0"/>
      <dgm:spPr/>
    </dgm:pt>
    <dgm:pt modelId="{354358D7-4E80-4A56-992B-55A136D4DFE7}" type="pres">
      <dgm:prSet presAssocID="{E0291B09-D89A-4684-A17D-01AF0AEDF0C2}" presName="LevelTwoTextNode" presStyleLbl="node2" presStyleIdx="0" presStyleCnt="5" custScaleX="158975" custLinFactNeighborX="5782">
        <dgm:presLayoutVars>
          <dgm:chPref val="3"/>
        </dgm:presLayoutVars>
      </dgm:prSet>
      <dgm:spPr/>
    </dgm:pt>
    <dgm:pt modelId="{A3FBC30C-EE2B-4C61-ADA2-C7A4B59C3E7A}" type="pres">
      <dgm:prSet presAssocID="{E0291B09-D89A-4684-A17D-01AF0AEDF0C2}" presName="level3hierChild" presStyleCnt="0"/>
      <dgm:spPr/>
    </dgm:pt>
    <dgm:pt modelId="{6A5E0FC6-E519-4209-BC12-47501FC70E94}" type="pres">
      <dgm:prSet presAssocID="{8DEECF5C-182C-4569-86BF-644C59D0A636}" presName="conn2-1" presStyleLbl="parChTrans1D2" presStyleIdx="1" presStyleCnt="5"/>
      <dgm:spPr/>
    </dgm:pt>
    <dgm:pt modelId="{62BC4440-9BF3-427C-970E-2AAF015D7D90}" type="pres">
      <dgm:prSet presAssocID="{8DEECF5C-182C-4569-86BF-644C59D0A636}" presName="connTx" presStyleLbl="parChTrans1D2" presStyleIdx="1" presStyleCnt="5"/>
      <dgm:spPr/>
    </dgm:pt>
    <dgm:pt modelId="{F019C7B9-28E2-4C3E-916C-1D6CCA36F72D}" type="pres">
      <dgm:prSet presAssocID="{FFC99F00-102E-4287-AE48-9BD52B295422}" presName="root2" presStyleCnt="0"/>
      <dgm:spPr/>
    </dgm:pt>
    <dgm:pt modelId="{166330FB-6542-4577-9600-B59EC4F63947}" type="pres">
      <dgm:prSet presAssocID="{FFC99F00-102E-4287-AE48-9BD52B295422}" presName="LevelTwoTextNode" presStyleLbl="node2" presStyleIdx="1" presStyleCnt="5" custScaleX="158975" custLinFactNeighborX="5782">
        <dgm:presLayoutVars>
          <dgm:chPref val="3"/>
        </dgm:presLayoutVars>
      </dgm:prSet>
      <dgm:spPr/>
    </dgm:pt>
    <dgm:pt modelId="{B4092AE9-8FBC-4891-9706-4AFF4FFF8D47}" type="pres">
      <dgm:prSet presAssocID="{FFC99F00-102E-4287-AE48-9BD52B295422}" presName="level3hierChild" presStyleCnt="0"/>
      <dgm:spPr/>
    </dgm:pt>
    <dgm:pt modelId="{CBBEA6C0-28C7-4930-BDAE-550F0EBE7AFD}" type="pres">
      <dgm:prSet presAssocID="{439F4FA9-BDAD-4562-8D7C-935BF1D2F23B}" presName="conn2-1" presStyleLbl="parChTrans1D2" presStyleIdx="2" presStyleCnt="5"/>
      <dgm:spPr/>
    </dgm:pt>
    <dgm:pt modelId="{8FF45183-D870-4F26-8942-9B554EC32878}" type="pres">
      <dgm:prSet presAssocID="{439F4FA9-BDAD-4562-8D7C-935BF1D2F23B}" presName="connTx" presStyleLbl="parChTrans1D2" presStyleIdx="2" presStyleCnt="5"/>
      <dgm:spPr/>
    </dgm:pt>
    <dgm:pt modelId="{25D78803-DF02-4738-870C-2F41477A18E2}" type="pres">
      <dgm:prSet presAssocID="{D37CC803-1041-45E2-9F59-7FA79DA2D361}" presName="root2" presStyleCnt="0"/>
      <dgm:spPr/>
    </dgm:pt>
    <dgm:pt modelId="{0D45927B-FEE1-4611-B8FC-1B393A698031}" type="pres">
      <dgm:prSet presAssocID="{D37CC803-1041-45E2-9F59-7FA79DA2D361}" presName="LevelTwoTextNode" presStyleLbl="node2" presStyleIdx="2" presStyleCnt="5" custScaleX="158975" custLinFactNeighborX="5782">
        <dgm:presLayoutVars>
          <dgm:chPref val="3"/>
        </dgm:presLayoutVars>
      </dgm:prSet>
      <dgm:spPr/>
    </dgm:pt>
    <dgm:pt modelId="{BF76B3C2-BD88-4E48-86EB-23A9BBD3687F}" type="pres">
      <dgm:prSet presAssocID="{D37CC803-1041-45E2-9F59-7FA79DA2D361}" presName="level3hierChild" presStyleCnt="0"/>
      <dgm:spPr/>
    </dgm:pt>
    <dgm:pt modelId="{86F1B2E0-67A4-4CF7-8ECB-7B44DAC51BBA}" type="pres">
      <dgm:prSet presAssocID="{00C3E97B-6574-4EA2-BBC3-90184A9CCB32}" presName="conn2-1" presStyleLbl="parChTrans1D2" presStyleIdx="3" presStyleCnt="5"/>
      <dgm:spPr/>
    </dgm:pt>
    <dgm:pt modelId="{F9E800C3-1CD8-4575-8987-CD112C1D9EF2}" type="pres">
      <dgm:prSet presAssocID="{00C3E97B-6574-4EA2-BBC3-90184A9CCB32}" presName="connTx" presStyleLbl="parChTrans1D2" presStyleIdx="3" presStyleCnt="5"/>
      <dgm:spPr/>
    </dgm:pt>
    <dgm:pt modelId="{4E013A6C-323E-4406-BF27-8AC8024AE818}" type="pres">
      <dgm:prSet presAssocID="{F15A9BE0-A353-471D-8AFF-0A30F827CC9C}" presName="root2" presStyleCnt="0"/>
      <dgm:spPr/>
    </dgm:pt>
    <dgm:pt modelId="{0ECBD9E5-5E1C-4626-9ABC-02A45AEBB2D5}" type="pres">
      <dgm:prSet presAssocID="{F15A9BE0-A353-471D-8AFF-0A30F827CC9C}" presName="LevelTwoTextNode" presStyleLbl="node2" presStyleIdx="3" presStyleCnt="5" custScaleX="158975" custLinFactNeighborX="5782">
        <dgm:presLayoutVars>
          <dgm:chPref val="3"/>
        </dgm:presLayoutVars>
      </dgm:prSet>
      <dgm:spPr/>
    </dgm:pt>
    <dgm:pt modelId="{32494EBE-151A-4FAE-BF21-465C2FA2D239}" type="pres">
      <dgm:prSet presAssocID="{F15A9BE0-A353-471D-8AFF-0A30F827CC9C}" presName="level3hierChild" presStyleCnt="0"/>
      <dgm:spPr/>
    </dgm:pt>
    <dgm:pt modelId="{E16F448A-5FAA-4ED4-82C4-1064CE330FEB}" type="pres">
      <dgm:prSet presAssocID="{3E9952C7-F1BE-4090-BE0D-64684110F249}" presName="conn2-1" presStyleLbl="parChTrans1D2" presStyleIdx="4" presStyleCnt="5"/>
      <dgm:spPr/>
    </dgm:pt>
    <dgm:pt modelId="{92C5185C-D384-4565-838A-ED922098B2A4}" type="pres">
      <dgm:prSet presAssocID="{3E9952C7-F1BE-4090-BE0D-64684110F249}" presName="connTx" presStyleLbl="parChTrans1D2" presStyleIdx="4" presStyleCnt="5"/>
      <dgm:spPr/>
    </dgm:pt>
    <dgm:pt modelId="{00E65A9C-1FEE-4B1F-A42D-0CA9AE70A406}" type="pres">
      <dgm:prSet presAssocID="{D8D68170-87FF-4B4B-9B3F-BD0959204106}" presName="root2" presStyleCnt="0"/>
      <dgm:spPr/>
    </dgm:pt>
    <dgm:pt modelId="{35CDAA0A-835F-49ED-97AD-D4736A0442E1}" type="pres">
      <dgm:prSet presAssocID="{D8D68170-87FF-4B4B-9B3F-BD0959204106}" presName="LevelTwoTextNode" presStyleLbl="node2" presStyleIdx="4" presStyleCnt="5" custScaleX="158975" custLinFactNeighborX="5782">
        <dgm:presLayoutVars>
          <dgm:chPref val="3"/>
        </dgm:presLayoutVars>
      </dgm:prSet>
      <dgm:spPr/>
    </dgm:pt>
    <dgm:pt modelId="{5A6BC836-ACC6-45C2-B1CF-3B221A1EC286}" type="pres">
      <dgm:prSet presAssocID="{D8D68170-87FF-4B4B-9B3F-BD0959204106}" presName="level3hierChild" presStyleCnt="0"/>
      <dgm:spPr/>
    </dgm:pt>
  </dgm:ptLst>
  <dgm:cxnLst>
    <dgm:cxn modelId="{43651702-C91B-48CB-978F-113EC4A57622}" type="presOf" srcId="{D37CC803-1041-45E2-9F59-7FA79DA2D361}" destId="{0D45927B-FEE1-4611-B8FC-1B393A698031}" srcOrd="0" destOrd="0" presId="urn:microsoft.com/office/officeart/2008/layout/HorizontalMultiLevelHierarchy"/>
    <dgm:cxn modelId="{B977CF06-CBD0-4AE3-8CBC-C9A3907E6215}" srcId="{E4A301D0-4B42-4545-A79F-AD6575FEC273}" destId="{E0291B09-D89A-4684-A17D-01AF0AEDF0C2}" srcOrd="0" destOrd="0" parTransId="{E9DD5937-6A47-4B81-BD3D-0B2F46F996CA}" sibTransId="{8E3EDB34-523D-4E41-A9AC-9CCFE1F0D2AA}"/>
    <dgm:cxn modelId="{33C9A113-3B8E-4121-8093-FC85EE0B52EC}" srcId="{B18FFF88-17A8-4D2F-8ED9-B2DB98760064}" destId="{E4A301D0-4B42-4545-A79F-AD6575FEC273}" srcOrd="0" destOrd="0" parTransId="{1CDD9C7B-151A-4358-B731-027D78826285}" sibTransId="{9D446891-403B-4D51-B26C-51E4CB0A6819}"/>
    <dgm:cxn modelId="{D05D5215-990A-47E4-A968-C324D42C0177}" type="presOf" srcId="{B18FFF88-17A8-4D2F-8ED9-B2DB98760064}" destId="{33040C45-EFD4-4BAE-AF5F-BCE43E1F990E}" srcOrd="0" destOrd="0" presId="urn:microsoft.com/office/officeart/2008/layout/HorizontalMultiLevelHierarchy"/>
    <dgm:cxn modelId="{CEF4CF16-FD2F-4839-B222-2C5DA44A28D3}" type="presOf" srcId="{D8D68170-87FF-4B4B-9B3F-BD0959204106}" destId="{35CDAA0A-835F-49ED-97AD-D4736A0442E1}" srcOrd="0" destOrd="0" presId="urn:microsoft.com/office/officeart/2008/layout/HorizontalMultiLevelHierarchy"/>
    <dgm:cxn modelId="{BFBEFF21-74C6-456E-ABD8-5FD06E92761C}" srcId="{E4A301D0-4B42-4545-A79F-AD6575FEC273}" destId="{D37CC803-1041-45E2-9F59-7FA79DA2D361}" srcOrd="2" destOrd="0" parTransId="{439F4FA9-BDAD-4562-8D7C-935BF1D2F23B}" sibTransId="{E59D3DBF-B399-4978-9037-C6A80FBEB75F}"/>
    <dgm:cxn modelId="{B36CE940-2563-4AD7-A859-D83B9C6203BC}" type="presOf" srcId="{8DEECF5C-182C-4569-86BF-644C59D0A636}" destId="{62BC4440-9BF3-427C-970E-2AAF015D7D90}" srcOrd="1" destOrd="0" presId="urn:microsoft.com/office/officeart/2008/layout/HorizontalMultiLevelHierarchy"/>
    <dgm:cxn modelId="{89874E4E-6FCE-404E-8674-E9B223AE874E}" type="presOf" srcId="{00C3E97B-6574-4EA2-BBC3-90184A9CCB32}" destId="{86F1B2E0-67A4-4CF7-8ECB-7B44DAC51BBA}" srcOrd="0" destOrd="0" presId="urn:microsoft.com/office/officeart/2008/layout/HorizontalMultiLevelHierarchy"/>
    <dgm:cxn modelId="{AEC76C74-E44D-4DDB-911B-D93B6ED6AD2A}" type="presOf" srcId="{E4A301D0-4B42-4545-A79F-AD6575FEC273}" destId="{875679F0-D398-4427-BB74-FE0A0A22E527}" srcOrd="0" destOrd="0" presId="urn:microsoft.com/office/officeart/2008/layout/HorizontalMultiLevelHierarchy"/>
    <dgm:cxn modelId="{C262BA77-409E-4408-899A-9C0F076E8815}" type="presOf" srcId="{E9DD5937-6A47-4B81-BD3D-0B2F46F996CA}" destId="{FF7D666F-DE6A-414E-B9EF-E1819F05FAFF}" srcOrd="0" destOrd="0" presId="urn:microsoft.com/office/officeart/2008/layout/HorizontalMultiLevelHierarchy"/>
    <dgm:cxn modelId="{C6659D82-E474-4D94-85A8-01E3B98C6855}" type="presOf" srcId="{3E9952C7-F1BE-4090-BE0D-64684110F249}" destId="{92C5185C-D384-4565-838A-ED922098B2A4}" srcOrd="1" destOrd="0" presId="urn:microsoft.com/office/officeart/2008/layout/HorizontalMultiLevelHierarchy"/>
    <dgm:cxn modelId="{CC18E08B-7B44-475E-9B6E-3D326DB3F211}" type="presOf" srcId="{00C3E97B-6574-4EA2-BBC3-90184A9CCB32}" destId="{F9E800C3-1CD8-4575-8987-CD112C1D9EF2}" srcOrd="1" destOrd="0" presId="urn:microsoft.com/office/officeart/2008/layout/HorizontalMultiLevelHierarchy"/>
    <dgm:cxn modelId="{8EC9F295-29AF-4FE4-8260-7D48D6AE753E}" srcId="{E4A301D0-4B42-4545-A79F-AD6575FEC273}" destId="{D8D68170-87FF-4B4B-9B3F-BD0959204106}" srcOrd="4" destOrd="0" parTransId="{3E9952C7-F1BE-4090-BE0D-64684110F249}" sibTransId="{2A680045-687C-43FE-882C-D902472340D1}"/>
    <dgm:cxn modelId="{319E389D-2879-49C9-9AC7-F91C341BE28B}" type="presOf" srcId="{8DEECF5C-182C-4569-86BF-644C59D0A636}" destId="{6A5E0FC6-E519-4209-BC12-47501FC70E94}" srcOrd="0" destOrd="0" presId="urn:microsoft.com/office/officeart/2008/layout/HorizontalMultiLevelHierarchy"/>
    <dgm:cxn modelId="{C859C4AC-62A8-4435-AD6E-9D01CE276B92}" type="presOf" srcId="{E0291B09-D89A-4684-A17D-01AF0AEDF0C2}" destId="{354358D7-4E80-4A56-992B-55A136D4DFE7}" srcOrd="0" destOrd="0" presId="urn:microsoft.com/office/officeart/2008/layout/HorizontalMultiLevelHierarchy"/>
    <dgm:cxn modelId="{A9DBE5C2-5F8D-4BF3-BE36-CF6795929014}" type="presOf" srcId="{F15A9BE0-A353-471D-8AFF-0A30F827CC9C}" destId="{0ECBD9E5-5E1C-4626-9ABC-02A45AEBB2D5}" srcOrd="0" destOrd="0" presId="urn:microsoft.com/office/officeart/2008/layout/HorizontalMultiLevelHierarchy"/>
    <dgm:cxn modelId="{672B76C7-9DC9-4D14-A11C-1EBB452A999A}" type="presOf" srcId="{439F4FA9-BDAD-4562-8D7C-935BF1D2F23B}" destId="{CBBEA6C0-28C7-4930-BDAE-550F0EBE7AFD}" srcOrd="0" destOrd="0" presId="urn:microsoft.com/office/officeart/2008/layout/HorizontalMultiLevelHierarchy"/>
    <dgm:cxn modelId="{796B65C9-A809-42C8-BF0B-5E89F9C7E1C2}" type="presOf" srcId="{E9DD5937-6A47-4B81-BD3D-0B2F46F996CA}" destId="{904DF1A3-DDF8-4DBE-A4EF-4E274D812B62}" srcOrd="1" destOrd="0" presId="urn:microsoft.com/office/officeart/2008/layout/HorizontalMultiLevelHierarchy"/>
    <dgm:cxn modelId="{4647FAD7-95B6-4529-A1B0-0B788B8C3D73}" type="presOf" srcId="{3E9952C7-F1BE-4090-BE0D-64684110F249}" destId="{E16F448A-5FAA-4ED4-82C4-1064CE330FEB}" srcOrd="0" destOrd="0" presId="urn:microsoft.com/office/officeart/2008/layout/HorizontalMultiLevelHierarchy"/>
    <dgm:cxn modelId="{04C163D9-2B86-4B10-9275-E7451A1838AD}" srcId="{E4A301D0-4B42-4545-A79F-AD6575FEC273}" destId="{F15A9BE0-A353-471D-8AFF-0A30F827CC9C}" srcOrd="3" destOrd="0" parTransId="{00C3E97B-6574-4EA2-BBC3-90184A9CCB32}" sibTransId="{F95ACD4C-138F-4838-B9FF-3BA9F624B78B}"/>
    <dgm:cxn modelId="{759AB1DC-446A-4F5C-9C00-21F5C3C48447}" srcId="{E4A301D0-4B42-4545-A79F-AD6575FEC273}" destId="{FFC99F00-102E-4287-AE48-9BD52B295422}" srcOrd="1" destOrd="0" parTransId="{8DEECF5C-182C-4569-86BF-644C59D0A636}" sibTransId="{6D24CEDD-8C9D-49D7-B9BC-89CDA619B116}"/>
    <dgm:cxn modelId="{FA9345EC-A90F-481F-BA32-C4BCD8664CC0}" type="presOf" srcId="{439F4FA9-BDAD-4562-8D7C-935BF1D2F23B}" destId="{8FF45183-D870-4F26-8942-9B554EC32878}" srcOrd="1" destOrd="0" presId="urn:microsoft.com/office/officeart/2008/layout/HorizontalMultiLevelHierarchy"/>
    <dgm:cxn modelId="{D0FC55F6-5549-445B-A444-6FCD48F2B1A7}" type="presOf" srcId="{FFC99F00-102E-4287-AE48-9BD52B295422}" destId="{166330FB-6542-4577-9600-B59EC4F63947}" srcOrd="0" destOrd="0" presId="urn:microsoft.com/office/officeart/2008/layout/HorizontalMultiLevelHierarchy"/>
    <dgm:cxn modelId="{3BD3D601-E673-4155-BD71-D9E12F01C048}" type="presParOf" srcId="{33040C45-EFD4-4BAE-AF5F-BCE43E1F990E}" destId="{9EEE239D-F8D5-4E35-8C8B-D5C5F34A0B68}" srcOrd="0" destOrd="0" presId="urn:microsoft.com/office/officeart/2008/layout/HorizontalMultiLevelHierarchy"/>
    <dgm:cxn modelId="{33D9D5A8-280B-4617-A367-D4C0EFA30827}" type="presParOf" srcId="{9EEE239D-F8D5-4E35-8C8B-D5C5F34A0B68}" destId="{875679F0-D398-4427-BB74-FE0A0A22E527}" srcOrd="0" destOrd="0" presId="urn:microsoft.com/office/officeart/2008/layout/HorizontalMultiLevelHierarchy"/>
    <dgm:cxn modelId="{AD7C237E-B08B-467B-9A78-EF4A7331AA71}" type="presParOf" srcId="{9EEE239D-F8D5-4E35-8C8B-D5C5F34A0B68}" destId="{D2C1B22E-59B5-4B73-B525-C065D6DDF4D7}" srcOrd="1" destOrd="0" presId="urn:microsoft.com/office/officeart/2008/layout/HorizontalMultiLevelHierarchy"/>
    <dgm:cxn modelId="{66DC4B1F-DD7C-4D58-A998-A71E1F9B9F22}" type="presParOf" srcId="{D2C1B22E-59B5-4B73-B525-C065D6DDF4D7}" destId="{FF7D666F-DE6A-414E-B9EF-E1819F05FAFF}" srcOrd="0" destOrd="0" presId="urn:microsoft.com/office/officeart/2008/layout/HorizontalMultiLevelHierarchy"/>
    <dgm:cxn modelId="{AF41AF5E-653B-4922-983E-294AA48364CA}" type="presParOf" srcId="{FF7D666F-DE6A-414E-B9EF-E1819F05FAFF}" destId="{904DF1A3-DDF8-4DBE-A4EF-4E274D812B62}" srcOrd="0" destOrd="0" presId="urn:microsoft.com/office/officeart/2008/layout/HorizontalMultiLevelHierarchy"/>
    <dgm:cxn modelId="{A1A669ED-AC76-4922-AECA-F135A44C483B}" type="presParOf" srcId="{D2C1B22E-59B5-4B73-B525-C065D6DDF4D7}" destId="{C1644809-FBD7-4F5A-B417-CB3359B81DC1}" srcOrd="1" destOrd="0" presId="urn:microsoft.com/office/officeart/2008/layout/HorizontalMultiLevelHierarchy"/>
    <dgm:cxn modelId="{8961F9E8-B66C-47FD-B0C3-63C9FCB31150}" type="presParOf" srcId="{C1644809-FBD7-4F5A-B417-CB3359B81DC1}" destId="{354358D7-4E80-4A56-992B-55A136D4DFE7}" srcOrd="0" destOrd="0" presId="urn:microsoft.com/office/officeart/2008/layout/HorizontalMultiLevelHierarchy"/>
    <dgm:cxn modelId="{720E3FF1-8342-4A6C-BB2A-167899C9DDEE}" type="presParOf" srcId="{C1644809-FBD7-4F5A-B417-CB3359B81DC1}" destId="{A3FBC30C-EE2B-4C61-ADA2-C7A4B59C3E7A}" srcOrd="1" destOrd="0" presId="urn:microsoft.com/office/officeart/2008/layout/HorizontalMultiLevelHierarchy"/>
    <dgm:cxn modelId="{2CDEF5A7-C1A0-4442-BD21-588091A4C9CF}" type="presParOf" srcId="{D2C1B22E-59B5-4B73-B525-C065D6DDF4D7}" destId="{6A5E0FC6-E519-4209-BC12-47501FC70E94}" srcOrd="2" destOrd="0" presId="urn:microsoft.com/office/officeart/2008/layout/HorizontalMultiLevelHierarchy"/>
    <dgm:cxn modelId="{32E8CFD7-9E05-4BE3-91C6-C6804E1A76CF}" type="presParOf" srcId="{6A5E0FC6-E519-4209-BC12-47501FC70E94}" destId="{62BC4440-9BF3-427C-970E-2AAF015D7D90}" srcOrd="0" destOrd="0" presId="urn:microsoft.com/office/officeart/2008/layout/HorizontalMultiLevelHierarchy"/>
    <dgm:cxn modelId="{849CAFBB-447E-44FA-A9E4-91AE802C7377}" type="presParOf" srcId="{D2C1B22E-59B5-4B73-B525-C065D6DDF4D7}" destId="{F019C7B9-28E2-4C3E-916C-1D6CCA36F72D}" srcOrd="3" destOrd="0" presId="urn:microsoft.com/office/officeart/2008/layout/HorizontalMultiLevelHierarchy"/>
    <dgm:cxn modelId="{6DC1BD7F-C26F-46D9-B11B-A4210AF20AD4}" type="presParOf" srcId="{F019C7B9-28E2-4C3E-916C-1D6CCA36F72D}" destId="{166330FB-6542-4577-9600-B59EC4F63947}" srcOrd="0" destOrd="0" presId="urn:microsoft.com/office/officeart/2008/layout/HorizontalMultiLevelHierarchy"/>
    <dgm:cxn modelId="{F8BFEFA5-FFD0-421B-96D0-F7D30A88A5E0}" type="presParOf" srcId="{F019C7B9-28E2-4C3E-916C-1D6CCA36F72D}" destId="{B4092AE9-8FBC-4891-9706-4AFF4FFF8D47}" srcOrd="1" destOrd="0" presId="urn:microsoft.com/office/officeart/2008/layout/HorizontalMultiLevelHierarchy"/>
    <dgm:cxn modelId="{4AFCFC57-18C2-4A2C-9F29-9BB5C65E19D4}" type="presParOf" srcId="{D2C1B22E-59B5-4B73-B525-C065D6DDF4D7}" destId="{CBBEA6C0-28C7-4930-BDAE-550F0EBE7AFD}" srcOrd="4" destOrd="0" presId="urn:microsoft.com/office/officeart/2008/layout/HorizontalMultiLevelHierarchy"/>
    <dgm:cxn modelId="{D194384D-E767-4ECD-B2AA-51535A90F281}" type="presParOf" srcId="{CBBEA6C0-28C7-4930-BDAE-550F0EBE7AFD}" destId="{8FF45183-D870-4F26-8942-9B554EC32878}" srcOrd="0" destOrd="0" presId="urn:microsoft.com/office/officeart/2008/layout/HorizontalMultiLevelHierarchy"/>
    <dgm:cxn modelId="{DAAB50B2-4129-4571-AE40-B7EEAA22B92C}" type="presParOf" srcId="{D2C1B22E-59B5-4B73-B525-C065D6DDF4D7}" destId="{25D78803-DF02-4738-870C-2F41477A18E2}" srcOrd="5" destOrd="0" presId="urn:microsoft.com/office/officeart/2008/layout/HorizontalMultiLevelHierarchy"/>
    <dgm:cxn modelId="{C0507B12-A932-4E06-872A-F5BE597F1E0D}" type="presParOf" srcId="{25D78803-DF02-4738-870C-2F41477A18E2}" destId="{0D45927B-FEE1-4611-B8FC-1B393A698031}" srcOrd="0" destOrd="0" presId="urn:microsoft.com/office/officeart/2008/layout/HorizontalMultiLevelHierarchy"/>
    <dgm:cxn modelId="{095E2794-6DFD-4A11-B6C7-9B1BC8BF5DF4}" type="presParOf" srcId="{25D78803-DF02-4738-870C-2F41477A18E2}" destId="{BF76B3C2-BD88-4E48-86EB-23A9BBD3687F}" srcOrd="1" destOrd="0" presId="urn:microsoft.com/office/officeart/2008/layout/HorizontalMultiLevelHierarchy"/>
    <dgm:cxn modelId="{EC284282-16A3-439A-828D-8106BD1BD24F}" type="presParOf" srcId="{D2C1B22E-59B5-4B73-B525-C065D6DDF4D7}" destId="{86F1B2E0-67A4-4CF7-8ECB-7B44DAC51BBA}" srcOrd="6" destOrd="0" presId="urn:microsoft.com/office/officeart/2008/layout/HorizontalMultiLevelHierarchy"/>
    <dgm:cxn modelId="{C21B25A6-D76C-473E-94CF-E10C58DCFBD0}" type="presParOf" srcId="{86F1B2E0-67A4-4CF7-8ECB-7B44DAC51BBA}" destId="{F9E800C3-1CD8-4575-8987-CD112C1D9EF2}" srcOrd="0" destOrd="0" presId="urn:microsoft.com/office/officeart/2008/layout/HorizontalMultiLevelHierarchy"/>
    <dgm:cxn modelId="{A3C9AC63-A11B-4C21-A1F1-BCF1EE7016D2}" type="presParOf" srcId="{D2C1B22E-59B5-4B73-B525-C065D6DDF4D7}" destId="{4E013A6C-323E-4406-BF27-8AC8024AE818}" srcOrd="7" destOrd="0" presId="urn:microsoft.com/office/officeart/2008/layout/HorizontalMultiLevelHierarchy"/>
    <dgm:cxn modelId="{DD0FA09A-1458-4488-AA2E-49B338911DC4}" type="presParOf" srcId="{4E013A6C-323E-4406-BF27-8AC8024AE818}" destId="{0ECBD9E5-5E1C-4626-9ABC-02A45AEBB2D5}" srcOrd="0" destOrd="0" presId="urn:microsoft.com/office/officeart/2008/layout/HorizontalMultiLevelHierarchy"/>
    <dgm:cxn modelId="{90729471-1DBA-4307-BE2E-35F2948D9C61}" type="presParOf" srcId="{4E013A6C-323E-4406-BF27-8AC8024AE818}" destId="{32494EBE-151A-4FAE-BF21-465C2FA2D239}" srcOrd="1" destOrd="0" presId="urn:microsoft.com/office/officeart/2008/layout/HorizontalMultiLevelHierarchy"/>
    <dgm:cxn modelId="{1538A28F-D23E-482C-B418-3A3A07525896}" type="presParOf" srcId="{D2C1B22E-59B5-4B73-B525-C065D6DDF4D7}" destId="{E16F448A-5FAA-4ED4-82C4-1064CE330FEB}" srcOrd="8" destOrd="0" presId="urn:microsoft.com/office/officeart/2008/layout/HorizontalMultiLevelHierarchy"/>
    <dgm:cxn modelId="{F01875E5-5FFB-44BC-A6BD-9E8655D55C90}" type="presParOf" srcId="{E16F448A-5FAA-4ED4-82C4-1064CE330FEB}" destId="{92C5185C-D384-4565-838A-ED922098B2A4}" srcOrd="0" destOrd="0" presId="urn:microsoft.com/office/officeart/2008/layout/HorizontalMultiLevelHierarchy"/>
    <dgm:cxn modelId="{006255E3-45AD-4C14-98BB-7BC3174AFA72}" type="presParOf" srcId="{D2C1B22E-59B5-4B73-B525-C065D6DDF4D7}" destId="{00E65A9C-1FEE-4B1F-A42D-0CA9AE70A406}" srcOrd="9" destOrd="0" presId="urn:microsoft.com/office/officeart/2008/layout/HorizontalMultiLevelHierarchy"/>
    <dgm:cxn modelId="{1070FD1A-07F0-4CDA-9383-335580859080}" type="presParOf" srcId="{00E65A9C-1FEE-4B1F-A42D-0CA9AE70A406}" destId="{35CDAA0A-835F-49ED-97AD-D4736A0442E1}" srcOrd="0" destOrd="0" presId="urn:microsoft.com/office/officeart/2008/layout/HorizontalMultiLevelHierarchy"/>
    <dgm:cxn modelId="{6110C068-2B82-4923-8576-88A24AF14742}" type="presParOf" srcId="{00E65A9C-1FEE-4B1F-A42D-0CA9AE70A406}" destId="{5A6BC836-ACC6-45C2-B1CF-3B221A1EC286}" srcOrd="1" destOrd="0" presId="urn:microsoft.com/office/officeart/2008/layout/HorizontalMultiLevelHierarchy"/>
  </dgm:cxnLst>
  <dgm:bg>
    <a:noFill/>
  </dgm:bg>
  <dgm:whole/>
  <dgm:extLst>
    <a:ext uri="http://schemas.microsoft.com/office/drawing/2008/diagram">
      <dsp:dataModelExt xmlns:dsp="http://schemas.microsoft.com/office/drawing/2008/diagram" relId="rId12"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B18FFF88-17A8-4D2F-8ED9-B2DB98760064}" type="doc">
      <dgm:prSet loTypeId="urn:microsoft.com/office/officeart/2008/layout/HorizontalMultiLevelHierarchy" loCatId="hierarchy" qsTypeId="urn:microsoft.com/office/officeart/2005/8/quickstyle/simple1" qsCatId="simple" csTypeId="urn:microsoft.com/office/officeart/2005/8/colors/colorful5" csCatId="colorful" phldr="1"/>
      <dgm:spPr/>
      <dgm:t>
        <a:bodyPr/>
        <a:lstStyle/>
        <a:p>
          <a:endParaRPr lang="tr-TR"/>
        </a:p>
      </dgm:t>
    </dgm:pt>
    <dgm:pt modelId="{E4A301D0-4B42-4545-A79F-AD6575FEC273}">
      <dgm:prSet phldrT="[Metin]" custT="1"/>
      <dgm:spPr>
        <a:solidFill>
          <a:srgbClr val="1184B7"/>
        </a:solidFill>
      </dgm:spPr>
      <dgm:t>
        <a:bodyPr/>
        <a:lstStyle/>
        <a:p>
          <a:r>
            <a:rPr lang="tr-TR" sz="2000" b="1" dirty="0"/>
            <a:t>Cenk BAYENDER</a:t>
          </a:r>
        </a:p>
      </dgm:t>
    </dgm:pt>
    <dgm:pt modelId="{9D446891-403B-4D51-B26C-51E4CB0A6819}" type="sibTrans" cxnId="{33C9A113-3B8E-4121-8093-FC85EE0B52EC}">
      <dgm:prSet/>
      <dgm:spPr/>
      <dgm:t>
        <a:bodyPr/>
        <a:lstStyle/>
        <a:p>
          <a:endParaRPr lang="tr-TR" sz="1200"/>
        </a:p>
      </dgm:t>
    </dgm:pt>
    <dgm:pt modelId="{1CDD9C7B-151A-4358-B731-027D78826285}" type="parTrans" cxnId="{33C9A113-3B8E-4121-8093-FC85EE0B52EC}">
      <dgm:prSet/>
      <dgm:spPr/>
      <dgm:t>
        <a:bodyPr/>
        <a:lstStyle/>
        <a:p>
          <a:endParaRPr lang="tr-TR" sz="1200"/>
        </a:p>
      </dgm:t>
    </dgm:pt>
    <dgm:pt modelId="{798DD569-E0AD-43DD-9EF9-6890B0206A3A}">
      <dgm:prSet custT="1"/>
      <dgm:spPr>
        <a:solidFill>
          <a:srgbClr val="1184B7"/>
        </a:solidFill>
      </dgm:spPr>
      <dgm:t>
        <a:bodyPr/>
        <a:lstStyle/>
        <a:p>
          <a:r>
            <a:rPr lang="tr-TR" sz="1200" dirty="0"/>
            <a:t>1. Soğuk Haddehane Müdürlüğü</a:t>
          </a:r>
        </a:p>
      </dgm:t>
    </dgm:pt>
    <dgm:pt modelId="{DCC143D5-959C-404B-A27D-2C5570E38F68}" type="parTrans" cxnId="{D6A39864-7B90-4694-B036-857A4DC581D0}">
      <dgm:prSet/>
      <dgm:spPr>
        <a:ln>
          <a:solidFill>
            <a:srgbClr val="1184B7"/>
          </a:solidFill>
        </a:ln>
      </dgm:spPr>
      <dgm:t>
        <a:bodyPr/>
        <a:lstStyle/>
        <a:p>
          <a:endParaRPr lang="tr-TR"/>
        </a:p>
      </dgm:t>
    </dgm:pt>
    <dgm:pt modelId="{CC36F3F7-C600-4F86-9D28-6480E1CA1C95}" type="sibTrans" cxnId="{D6A39864-7B90-4694-B036-857A4DC581D0}">
      <dgm:prSet/>
      <dgm:spPr/>
      <dgm:t>
        <a:bodyPr/>
        <a:lstStyle/>
        <a:p>
          <a:endParaRPr lang="tr-TR"/>
        </a:p>
      </dgm:t>
    </dgm:pt>
    <dgm:pt modelId="{31438960-D5DF-4F9A-91F0-2CA426A59D6C}">
      <dgm:prSet custT="1"/>
      <dgm:spPr>
        <a:solidFill>
          <a:srgbClr val="1184B7"/>
        </a:solidFill>
      </dgm:spPr>
      <dgm:t>
        <a:bodyPr/>
        <a:lstStyle/>
        <a:p>
          <a:r>
            <a:rPr lang="tr-TR" sz="1200" dirty="0"/>
            <a:t>Hadde </a:t>
          </a:r>
          <a:r>
            <a:rPr lang="tr-TR" sz="1200" dirty="0" err="1"/>
            <a:t>Atelyeleri</a:t>
          </a:r>
          <a:r>
            <a:rPr lang="tr-TR" sz="1200" dirty="0"/>
            <a:t> Müdürlüğü</a:t>
          </a:r>
        </a:p>
      </dgm:t>
    </dgm:pt>
    <dgm:pt modelId="{FACE9A50-5E16-4583-85AE-CF991040C6EE}" type="parTrans" cxnId="{7318D026-6C4B-45F1-AB24-B70E9C8E9751}">
      <dgm:prSet/>
      <dgm:spPr>
        <a:ln>
          <a:solidFill>
            <a:srgbClr val="1184B7"/>
          </a:solidFill>
        </a:ln>
      </dgm:spPr>
      <dgm:t>
        <a:bodyPr/>
        <a:lstStyle/>
        <a:p>
          <a:endParaRPr lang="tr-TR"/>
        </a:p>
      </dgm:t>
    </dgm:pt>
    <dgm:pt modelId="{ECDE8819-D80A-457B-9972-65C670DE373E}" type="sibTrans" cxnId="{7318D026-6C4B-45F1-AB24-B70E9C8E9751}">
      <dgm:prSet/>
      <dgm:spPr/>
      <dgm:t>
        <a:bodyPr/>
        <a:lstStyle/>
        <a:p>
          <a:endParaRPr lang="tr-TR"/>
        </a:p>
      </dgm:t>
    </dgm:pt>
    <dgm:pt modelId="{B75B9F57-63A2-4A54-98D0-29EBCBBCBBCC}">
      <dgm:prSet custT="1"/>
      <dgm:spPr>
        <a:solidFill>
          <a:srgbClr val="1184B7"/>
        </a:solidFill>
      </dgm:spPr>
      <dgm:t>
        <a:bodyPr/>
        <a:lstStyle/>
        <a:p>
          <a:r>
            <a:rPr lang="tr-TR" sz="1200" dirty="0"/>
            <a:t>Büyük Ofis</a:t>
          </a:r>
        </a:p>
      </dgm:t>
    </dgm:pt>
    <dgm:pt modelId="{0F62F21F-9445-4B7D-8570-CB1FBF9D8294}" type="parTrans" cxnId="{696E182D-EEFB-41D6-9EEA-EDC4E9B74A01}">
      <dgm:prSet/>
      <dgm:spPr>
        <a:ln>
          <a:solidFill>
            <a:srgbClr val="1184B7"/>
          </a:solidFill>
        </a:ln>
      </dgm:spPr>
      <dgm:t>
        <a:bodyPr/>
        <a:lstStyle/>
        <a:p>
          <a:endParaRPr lang="tr-TR"/>
        </a:p>
      </dgm:t>
    </dgm:pt>
    <dgm:pt modelId="{C954F499-14A2-4C53-99FF-619F608B8F7C}" type="sibTrans" cxnId="{696E182D-EEFB-41D6-9EEA-EDC4E9B74A01}">
      <dgm:prSet/>
      <dgm:spPr/>
      <dgm:t>
        <a:bodyPr/>
        <a:lstStyle/>
        <a:p>
          <a:endParaRPr lang="tr-TR"/>
        </a:p>
      </dgm:t>
    </dgm:pt>
    <dgm:pt modelId="{538BCBCB-17F9-4EB5-B9B8-F656017DEE74}">
      <dgm:prSet custT="1"/>
      <dgm:spPr>
        <a:solidFill>
          <a:srgbClr val="1184B7"/>
        </a:solidFill>
      </dgm:spPr>
      <dgm:t>
        <a:bodyPr/>
        <a:lstStyle/>
        <a:p>
          <a:r>
            <a:rPr lang="tr-TR" sz="1200" dirty="0"/>
            <a:t>Enerji ve Üretim ve Dağıtım Müdürlüğü</a:t>
          </a:r>
        </a:p>
      </dgm:t>
    </dgm:pt>
    <dgm:pt modelId="{82BD5A2A-0F21-46C6-91A9-0E54A1B5AD9D}" type="parTrans" cxnId="{21A50095-7776-4CE8-ABA2-62031A973142}">
      <dgm:prSet/>
      <dgm:spPr>
        <a:ln>
          <a:solidFill>
            <a:srgbClr val="1184B7"/>
          </a:solidFill>
        </a:ln>
      </dgm:spPr>
      <dgm:t>
        <a:bodyPr/>
        <a:lstStyle/>
        <a:p>
          <a:endParaRPr lang="tr-TR"/>
        </a:p>
      </dgm:t>
    </dgm:pt>
    <dgm:pt modelId="{DB576462-9859-4B0E-B65C-4A1C09428D9A}" type="sibTrans" cxnId="{21A50095-7776-4CE8-ABA2-62031A973142}">
      <dgm:prSet/>
      <dgm:spPr/>
      <dgm:t>
        <a:bodyPr/>
        <a:lstStyle/>
        <a:p>
          <a:endParaRPr lang="tr-TR"/>
        </a:p>
      </dgm:t>
    </dgm:pt>
    <dgm:pt modelId="{9EBAC753-92B9-4C8B-AC02-BD3A3812AB6C}">
      <dgm:prSet custT="1"/>
      <dgm:spPr>
        <a:solidFill>
          <a:srgbClr val="1184B7"/>
        </a:solidFill>
      </dgm:spPr>
      <dgm:t>
        <a:bodyPr/>
        <a:lstStyle/>
        <a:p>
          <a:r>
            <a:rPr lang="tr-TR" sz="1200" dirty="0"/>
            <a:t>Çelikhane Müdürlüğü</a:t>
          </a:r>
        </a:p>
      </dgm:t>
    </dgm:pt>
    <dgm:pt modelId="{955018CF-431D-45F1-8F44-797929877281}" type="parTrans" cxnId="{0B99ADF4-77B4-41A7-8370-BC4A8D238F90}">
      <dgm:prSet/>
      <dgm:spPr>
        <a:ln>
          <a:solidFill>
            <a:srgbClr val="1184B7"/>
          </a:solidFill>
        </a:ln>
      </dgm:spPr>
      <dgm:t>
        <a:bodyPr/>
        <a:lstStyle/>
        <a:p>
          <a:endParaRPr lang="tr-TR"/>
        </a:p>
      </dgm:t>
    </dgm:pt>
    <dgm:pt modelId="{431584E9-E8EB-4427-A339-ABAA37BDF59B}" type="sibTrans" cxnId="{0B99ADF4-77B4-41A7-8370-BC4A8D238F90}">
      <dgm:prSet/>
      <dgm:spPr/>
      <dgm:t>
        <a:bodyPr/>
        <a:lstStyle/>
        <a:p>
          <a:endParaRPr lang="tr-TR"/>
        </a:p>
      </dgm:t>
    </dgm:pt>
    <dgm:pt modelId="{08FB64BD-11E5-45D8-9B18-DCE4E8F7F355}">
      <dgm:prSet custT="1"/>
      <dgm:spPr>
        <a:solidFill>
          <a:srgbClr val="1184B7"/>
        </a:solidFill>
      </dgm:spPr>
      <dgm:t>
        <a:bodyPr/>
        <a:lstStyle/>
        <a:p>
          <a:r>
            <a:rPr lang="tr-TR" sz="1200" dirty="0"/>
            <a:t>2. Soğuk Haddehane Müdürlüğü</a:t>
          </a:r>
        </a:p>
      </dgm:t>
    </dgm:pt>
    <dgm:pt modelId="{E7C380AE-879C-4E57-AE96-0E9046769C01}" type="parTrans" cxnId="{67170E1D-AFB8-4130-B985-3C4B6EB812AE}">
      <dgm:prSet/>
      <dgm:spPr>
        <a:ln>
          <a:solidFill>
            <a:srgbClr val="1184B7"/>
          </a:solidFill>
        </a:ln>
      </dgm:spPr>
      <dgm:t>
        <a:bodyPr/>
        <a:lstStyle/>
        <a:p>
          <a:endParaRPr lang="tr-TR"/>
        </a:p>
      </dgm:t>
    </dgm:pt>
    <dgm:pt modelId="{55445A80-D31F-4BFF-965D-60C61A7BB17B}" type="sibTrans" cxnId="{67170E1D-AFB8-4130-B985-3C4B6EB812AE}">
      <dgm:prSet/>
      <dgm:spPr/>
      <dgm:t>
        <a:bodyPr/>
        <a:lstStyle/>
        <a:p>
          <a:endParaRPr lang="tr-TR"/>
        </a:p>
      </dgm:t>
    </dgm:pt>
    <dgm:pt modelId="{5481117A-6DED-47CA-ACC8-C08A6E135ECF}">
      <dgm:prSet custT="1"/>
      <dgm:spPr>
        <a:solidFill>
          <a:srgbClr val="1184B7"/>
        </a:solidFill>
      </dgm:spPr>
      <dgm:t>
        <a:bodyPr/>
        <a:lstStyle/>
        <a:p>
          <a:r>
            <a:rPr lang="de-DE" sz="1200" dirty="0" err="1"/>
            <a:t>Refrakter</a:t>
          </a:r>
          <a:r>
            <a:rPr lang="de-DE" sz="1200" dirty="0"/>
            <a:t> </a:t>
          </a:r>
          <a:r>
            <a:rPr lang="de-DE" sz="1200" dirty="0" err="1"/>
            <a:t>Koordinasyon</a:t>
          </a:r>
          <a:r>
            <a:rPr lang="de-DE" sz="1200" dirty="0"/>
            <a:t> </a:t>
          </a:r>
          <a:r>
            <a:rPr lang="de-DE" sz="1200" dirty="0" err="1"/>
            <a:t>ve</a:t>
          </a:r>
          <a:r>
            <a:rPr lang="de-DE" sz="1200" dirty="0"/>
            <a:t> </a:t>
          </a:r>
          <a:r>
            <a:rPr lang="de-DE" sz="1200" dirty="0" err="1"/>
            <a:t>Kontrol</a:t>
          </a:r>
          <a:r>
            <a:rPr lang="de-DE" sz="1200" dirty="0"/>
            <a:t> </a:t>
          </a:r>
          <a:r>
            <a:rPr lang="de-DE" sz="1200" dirty="0" err="1"/>
            <a:t>Müdürlüğü</a:t>
          </a:r>
          <a:endParaRPr lang="tr-TR" sz="1200" dirty="0"/>
        </a:p>
      </dgm:t>
    </dgm:pt>
    <dgm:pt modelId="{DB76C944-1090-4AD3-9D47-A5F721C948F9}" type="parTrans" cxnId="{DA0C1DD7-0961-4578-B3E1-BEEA3805F488}">
      <dgm:prSet/>
      <dgm:spPr>
        <a:ln>
          <a:solidFill>
            <a:srgbClr val="1184B7"/>
          </a:solidFill>
        </a:ln>
      </dgm:spPr>
      <dgm:t>
        <a:bodyPr/>
        <a:lstStyle/>
        <a:p>
          <a:endParaRPr lang="tr-TR"/>
        </a:p>
      </dgm:t>
    </dgm:pt>
    <dgm:pt modelId="{B41FAF60-ECC9-4E73-AA42-E1BB1B446D1A}" type="sibTrans" cxnId="{DA0C1DD7-0961-4578-B3E1-BEEA3805F488}">
      <dgm:prSet/>
      <dgm:spPr/>
      <dgm:t>
        <a:bodyPr/>
        <a:lstStyle/>
        <a:p>
          <a:endParaRPr lang="tr-TR"/>
        </a:p>
      </dgm:t>
    </dgm:pt>
    <dgm:pt modelId="{9A9C4794-F480-427D-8257-EF96F4A62A37}">
      <dgm:prSet custT="1"/>
      <dgm:spPr>
        <a:solidFill>
          <a:srgbClr val="1184B7"/>
        </a:solidFill>
      </dgm:spPr>
      <dgm:t>
        <a:bodyPr/>
        <a:lstStyle/>
        <a:p>
          <a:r>
            <a:rPr lang="tr-TR" sz="1200" dirty="0"/>
            <a:t>Mekanik Bakım Müdürlüğü</a:t>
          </a:r>
        </a:p>
      </dgm:t>
    </dgm:pt>
    <dgm:pt modelId="{A7D4B063-C24D-4617-B7F3-4A2010D2D19E}" type="parTrans" cxnId="{C0C8032A-3AF7-48F4-B834-10846B2BA03D}">
      <dgm:prSet/>
      <dgm:spPr>
        <a:ln>
          <a:solidFill>
            <a:srgbClr val="1184B7"/>
          </a:solidFill>
        </a:ln>
      </dgm:spPr>
      <dgm:t>
        <a:bodyPr/>
        <a:lstStyle/>
        <a:p>
          <a:endParaRPr lang="tr-TR"/>
        </a:p>
      </dgm:t>
    </dgm:pt>
    <dgm:pt modelId="{F5144DB7-8D2D-4702-B0D0-C599DC2DC923}" type="sibTrans" cxnId="{C0C8032A-3AF7-48F4-B834-10846B2BA03D}">
      <dgm:prSet/>
      <dgm:spPr/>
      <dgm:t>
        <a:bodyPr/>
        <a:lstStyle/>
        <a:p>
          <a:endParaRPr lang="tr-TR"/>
        </a:p>
      </dgm:t>
    </dgm:pt>
    <dgm:pt modelId="{9B480922-406C-40C1-9A8D-CC416F925933}">
      <dgm:prSet custT="1"/>
      <dgm:spPr>
        <a:solidFill>
          <a:srgbClr val="1184B7"/>
        </a:solidFill>
      </dgm:spPr>
      <dgm:t>
        <a:bodyPr/>
        <a:lstStyle/>
        <a:p>
          <a:r>
            <a:rPr lang="tr-TR" sz="1200" dirty="0"/>
            <a:t>İş Güvenliği ve Çevre Müdürlüğü</a:t>
          </a:r>
        </a:p>
      </dgm:t>
    </dgm:pt>
    <dgm:pt modelId="{D1B29F29-688B-4F95-B5DB-7160144BCFA6}" type="parTrans" cxnId="{458EFE77-C867-40D5-B7AD-5A98EF85B6D8}">
      <dgm:prSet/>
      <dgm:spPr>
        <a:ln>
          <a:solidFill>
            <a:srgbClr val="1184B7"/>
          </a:solidFill>
        </a:ln>
      </dgm:spPr>
      <dgm:t>
        <a:bodyPr/>
        <a:lstStyle/>
        <a:p>
          <a:endParaRPr lang="tr-TR"/>
        </a:p>
      </dgm:t>
    </dgm:pt>
    <dgm:pt modelId="{9171FC1F-2952-4683-AFBA-592E8C9A5D2E}" type="sibTrans" cxnId="{458EFE77-C867-40D5-B7AD-5A98EF85B6D8}">
      <dgm:prSet/>
      <dgm:spPr/>
      <dgm:t>
        <a:bodyPr/>
        <a:lstStyle/>
        <a:p>
          <a:endParaRPr lang="tr-TR"/>
        </a:p>
      </dgm:t>
    </dgm:pt>
    <dgm:pt modelId="{564EBD19-37CD-4F6E-A332-AB4374F59976}">
      <dgm:prSet custT="1"/>
      <dgm:spPr>
        <a:solidFill>
          <a:srgbClr val="1184B7"/>
        </a:solidFill>
      </dgm:spPr>
      <dgm:t>
        <a:bodyPr/>
        <a:lstStyle/>
        <a:p>
          <a:r>
            <a:rPr lang="tr-TR" sz="1200" dirty="0"/>
            <a:t>Yapım ve Montaj Müdürlüğü</a:t>
          </a:r>
        </a:p>
      </dgm:t>
    </dgm:pt>
    <dgm:pt modelId="{A004BE96-5AFA-418F-82B7-24F07D4246DF}" type="parTrans" cxnId="{F46A2CF0-3EA7-4BC2-BC07-867888C29AE5}">
      <dgm:prSet/>
      <dgm:spPr>
        <a:solidFill>
          <a:srgbClr val="1184B7"/>
        </a:solidFill>
        <a:ln>
          <a:solidFill>
            <a:srgbClr val="1184B7"/>
          </a:solidFill>
        </a:ln>
      </dgm:spPr>
      <dgm:t>
        <a:bodyPr/>
        <a:lstStyle/>
        <a:p>
          <a:endParaRPr lang="tr-TR"/>
        </a:p>
      </dgm:t>
    </dgm:pt>
    <dgm:pt modelId="{0593C052-0045-4A09-AAA2-2FB63EFBDAC4}" type="sibTrans" cxnId="{F46A2CF0-3EA7-4BC2-BC07-867888C29AE5}">
      <dgm:prSet/>
      <dgm:spPr/>
      <dgm:t>
        <a:bodyPr/>
        <a:lstStyle/>
        <a:p>
          <a:endParaRPr lang="tr-TR"/>
        </a:p>
      </dgm:t>
    </dgm:pt>
    <dgm:pt modelId="{33040C45-EFD4-4BAE-AF5F-BCE43E1F990E}" type="pres">
      <dgm:prSet presAssocID="{B18FFF88-17A8-4D2F-8ED9-B2DB98760064}" presName="Name0" presStyleCnt="0">
        <dgm:presLayoutVars>
          <dgm:chPref val="1"/>
          <dgm:dir/>
          <dgm:animOne val="branch"/>
          <dgm:animLvl val="lvl"/>
          <dgm:resizeHandles val="exact"/>
        </dgm:presLayoutVars>
      </dgm:prSet>
      <dgm:spPr/>
    </dgm:pt>
    <dgm:pt modelId="{9EEE239D-F8D5-4E35-8C8B-D5C5F34A0B68}" type="pres">
      <dgm:prSet presAssocID="{E4A301D0-4B42-4545-A79F-AD6575FEC273}" presName="root1" presStyleCnt="0"/>
      <dgm:spPr/>
    </dgm:pt>
    <dgm:pt modelId="{875679F0-D398-4427-BB74-FE0A0A22E527}" type="pres">
      <dgm:prSet presAssocID="{E4A301D0-4B42-4545-A79F-AD6575FEC273}" presName="LevelOneTextNode" presStyleLbl="node0" presStyleIdx="0" presStyleCnt="1" custScaleX="156775" custScaleY="121885">
        <dgm:presLayoutVars>
          <dgm:chPref val="3"/>
        </dgm:presLayoutVars>
      </dgm:prSet>
      <dgm:spPr/>
    </dgm:pt>
    <dgm:pt modelId="{D2C1B22E-59B5-4B73-B525-C065D6DDF4D7}" type="pres">
      <dgm:prSet presAssocID="{E4A301D0-4B42-4545-A79F-AD6575FEC273}" presName="level2hierChild" presStyleCnt="0"/>
      <dgm:spPr/>
    </dgm:pt>
    <dgm:pt modelId="{63C755C7-7923-4470-B57A-AC7A3114EA4F}" type="pres">
      <dgm:prSet presAssocID="{A004BE96-5AFA-418F-82B7-24F07D4246DF}" presName="conn2-1" presStyleLbl="parChTrans1D2" presStyleIdx="0" presStyleCnt="10"/>
      <dgm:spPr/>
    </dgm:pt>
    <dgm:pt modelId="{D80929C0-F448-43A5-9F39-C674D0F20769}" type="pres">
      <dgm:prSet presAssocID="{A004BE96-5AFA-418F-82B7-24F07D4246DF}" presName="connTx" presStyleLbl="parChTrans1D2" presStyleIdx="0" presStyleCnt="10"/>
      <dgm:spPr/>
    </dgm:pt>
    <dgm:pt modelId="{D87E4931-C73D-4B6C-9B10-8F40F95E72C9}" type="pres">
      <dgm:prSet presAssocID="{564EBD19-37CD-4F6E-A332-AB4374F59976}" presName="root2" presStyleCnt="0"/>
      <dgm:spPr/>
    </dgm:pt>
    <dgm:pt modelId="{A6902634-F7D9-46B9-BE85-5382E0D349B3}" type="pres">
      <dgm:prSet presAssocID="{564EBD19-37CD-4F6E-A332-AB4374F59976}" presName="LevelTwoTextNode" presStyleLbl="node2" presStyleIdx="0" presStyleCnt="10" custScaleX="144326">
        <dgm:presLayoutVars>
          <dgm:chPref val="3"/>
        </dgm:presLayoutVars>
      </dgm:prSet>
      <dgm:spPr/>
    </dgm:pt>
    <dgm:pt modelId="{704C4296-B5AF-4875-B5AF-F97F8F867D12}" type="pres">
      <dgm:prSet presAssocID="{564EBD19-37CD-4F6E-A332-AB4374F59976}" presName="level3hierChild" presStyleCnt="0"/>
      <dgm:spPr/>
    </dgm:pt>
    <dgm:pt modelId="{5FFFBD32-E6CF-4E1F-9191-99F5B5388A9C}" type="pres">
      <dgm:prSet presAssocID="{DCC143D5-959C-404B-A27D-2C5570E38F68}" presName="conn2-1" presStyleLbl="parChTrans1D2" presStyleIdx="1" presStyleCnt="10"/>
      <dgm:spPr/>
    </dgm:pt>
    <dgm:pt modelId="{23EBDC46-F88D-4B85-8E3E-6E5980A23A61}" type="pres">
      <dgm:prSet presAssocID="{DCC143D5-959C-404B-A27D-2C5570E38F68}" presName="connTx" presStyleLbl="parChTrans1D2" presStyleIdx="1" presStyleCnt="10"/>
      <dgm:spPr/>
    </dgm:pt>
    <dgm:pt modelId="{2F56511A-4413-4680-9AE3-DCA63FA7F991}" type="pres">
      <dgm:prSet presAssocID="{798DD569-E0AD-43DD-9EF9-6890B0206A3A}" presName="root2" presStyleCnt="0"/>
      <dgm:spPr/>
    </dgm:pt>
    <dgm:pt modelId="{BE16DA85-B331-41A9-8ECC-D35625339679}" type="pres">
      <dgm:prSet presAssocID="{798DD569-E0AD-43DD-9EF9-6890B0206A3A}" presName="LevelTwoTextNode" presStyleLbl="node2" presStyleIdx="1" presStyleCnt="10" custScaleX="144326">
        <dgm:presLayoutVars>
          <dgm:chPref val="3"/>
        </dgm:presLayoutVars>
      </dgm:prSet>
      <dgm:spPr/>
    </dgm:pt>
    <dgm:pt modelId="{0508EF8E-4239-46FD-A7A4-7D8744AA6843}" type="pres">
      <dgm:prSet presAssocID="{798DD569-E0AD-43DD-9EF9-6890B0206A3A}" presName="level3hierChild" presStyleCnt="0"/>
      <dgm:spPr/>
    </dgm:pt>
    <dgm:pt modelId="{B1074630-6ADD-441C-9D0C-93FFECD4F7D9}" type="pres">
      <dgm:prSet presAssocID="{FACE9A50-5E16-4583-85AE-CF991040C6EE}" presName="conn2-1" presStyleLbl="parChTrans1D2" presStyleIdx="2" presStyleCnt="10"/>
      <dgm:spPr/>
    </dgm:pt>
    <dgm:pt modelId="{F243235F-8B9B-47DC-A6C0-6F87A20FA335}" type="pres">
      <dgm:prSet presAssocID="{FACE9A50-5E16-4583-85AE-CF991040C6EE}" presName="connTx" presStyleLbl="parChTrans1D2" presStyleIdx="2" presStyleCnt="10"/>
      <dgm:spPr/>
    </dgm:pt>
    <dgm:pt modelId="{B3EC9308-FEFD-49F4-949B-82801F63D32B}" type="pres">
      <dgm:prSet presAssocID="{31438960-D5DF-4F9A-91F0-2CA426A59D6C}" presName="root2" presStyleCnt="0"/>
      <dgm:spPr/>
    </dgm:pt>
    <dgm:pt modelId="{9052E246-804A-4F1A-9C82-BF1448A8B264}" type="pres">
      <dgm:prSet presAssocID="{31438960-D5DF-4F9A-91F0-2CA426A59D6C}" presName="LevelTwoTextNode" presStyleLbl="node2" presStyleIdx="2" presStyleCnt="10" custScaleX="144326">
        <dgm:presLayoutVars>
          <dgm:chPref val="3"/>
        </dgm:presLayoutVars>
      </dgm:prSet>
      <dgm:spPr/>
    </dgm:pt>
    <dgm:pt modelId="{E96943F8-75C0-4A6C-B8CA-5B17939727F0}" type="pres">
      <dgm:prSet presAssocID="{31438960-D5DF-4F9A-91F0-2CA426A59D6C}" presName="level3hierChild" presStyleCnt="0"/>
      <dgm:spPr/>
    </dgm:pt>
    <dgm:pt modelId="{0AD3943C-7BB2-4727-9521-62F2AE097DCF}" type="pres">
      <dgm:prSet presAssocID="{0F62F21F-9445-4B7D-8570-CB1FBF9D8294}" presName="conn2-1" presStyleLbl="parChTrans1D2" presStyleIdx="3" presStyleCnt="10"/>
      <dgm:spPr/>
    </dgm:pt>
    <dgm:pt modelId="{BA25FC28-A44F-4510-9542-4638900AFD97}" type="pres">
      <dgm:prSet presAssocID="{0F62F21F-9445-4B7D-8570-CB1FBF9D8294}" presName="connTx" presStyleLbl="parChTrans1D2" presStyleIdx="3" presStyleCnt="10"/>
      <dgm:spPr/>
    </dgm:pt>
    <dgm:pt modelId="{4123303B-4BC2-456E-A426-84EB3E94C006}" type="pres">
      <dgm:prSet presAssocID="{B75B9F57-63A2-4A54-98D0-29EBCBBCBBCC}" presName="root2" presStyleCnt="0"/>
      <dgm:spPr/>
    </dgm:pt>
    <dgm:pt modelId="{E7A052FC-3602-4490-951F-8A57C490001F}" type="pres">
      <dgm:prSet presAssocID="{B75B9F57-63A2-4A54-98D0-29EBCBBCBBCC}" presName="LevelTwoTextNode" presStyleLbl="node2" presStyleIdx="3" presStyleCnt="10" custScaleX="144326">
        <dgm:presLayoutVars>
          <dgm:chPref val="3"/>
        </dgm:presLayoutVars>
      </dgm:prSet>
      <dgm:spPr/>
    </dgm:pt>
    <dgm:pt modelId="{B93B1E0B-D890-4D7E-B840-6671AC5651E0}" type="pres">
      <dgm:prSet presAssocID="{B75B9F57-63A2-4A54-98D0-29EBCBBCBBCC}" presName="level3hierChild" presStyleCnt="0"/>
      <dgm:spPr/>
    </dgm:pt>
    <dgm:pt modelId="{71DA4336-7595-49FD-A10E-B20C1F188EDC}" type="pres">
      <dgm:prSet presAssocID="{82BD5A2A-0F21-46C6-91A9-0E54A1B5AD9D}" presName="conn2-1" presStyleLbl="parChTrans1D2" presStyleIdx="4" presStyleCnt="10"/>
      <dgm:spPr/>
    </dgm:pt>
    <dgm:pt modelId="{E29050EA-6464-48F9-BEE8-A2DF0CB99362}" type="pres">
      <dgm:prSet presAssocID="{82BD5A2A-0F21-46C6-91A9-0E54A1B5AD9D}" presName="connTx" presStyleLbl="parChTrans1D2" presStyleIdx="4" presStyleCnt="10"/>
      <dgm:spPr/>
    </dgm:pt>
    <dgm:pt modelId="{1181D1E6-04C1-428D-817D-62C2386E46BD}" type="pres">
      <dgm:prSet presAssocID="{538BCBCB-17F9-4EB5-B9B8-F656017DEE74}" presName="root2" presStyleCnt="0"/>
      <dgm:spPr/>
    </dgm:pt>
    <dgm:pt modelId="{78974B60-40C0-4ACA-9517-54660A152119}" type="pres">
      <dgm:prSet presAssocID="{538BCBCB-17F9-4EB5-B9B8-F656017DEE74}" presName="LevelTwoTextNode" presStyleLbl="node2" presStyleIdx="4" presStyleCnt="10" custScaleX="144326">
        <dgm:presLayoutVars>
          <dgm:chPref val="3"/>
        </dgm:presLayoutVars>
      </dgm:prSet>
      <dgm:spPr/>
    </dgm:pt>
    <dgm:pt modelId="{FEFE76A8-5896-40D8-8BF9-9AC72E4A14B8}" type="pres">
      <dgm:prSet presAssocID="{538BCBCB-17F9-4EB5-B9B8-F656017DEE74}" presName="level3hierChild" presStyleCnt="0"/>
      <dgm:spPr/>
    </dgm:pt>
    <dgm:pt modelId="{569F4181-24DE-4B6C-B3AB-BA3391957A0F}" type="pres">
      <dgm:prSet presAssocID="{955018CF-431D-45F1-8F44-797929877281}" presName="conn2-1" presStyleLbl="parChTrans1D2" presStyleIdx="5" presStyleCnt="10"/>
      <dgm:spPr/>
    </dgm:pt>
    <dgm:pt modelId="{B3BAE587-B8A9-47CC-94C1-217AB723D394}" type="pres">
      <dgm:prSet presAssocID="{955018CF-431D-45F1-8F44-797929877281}" presName="connTx" presStyleLbl="parChTrans1D2" presStyleIdx="5" presStyleCnt="10"/>
      <dgm:spPr/>
    </dgm:pt>
    <dgm:pt modelId="{ECF2B196-5D58-4E6C-BE38-6530CE25F928}" type="pres">
      <dgm:prSet presAssocID="{9EBAC753-92B9-4C8B-AC02-BD3A3812AB6C}" presName="root2" presStyleCnt="0"/>
      <dgm:spPr/>
    </dgm:pt>
    <dgm:pt modelId="{8D372905-A4E1-4677-BA62-869C18ECAAF7}" type="pres">
      <dgm:prSet presAssocID="{9EBAC753-92B9-4C8B-AC02-BD3A3812AB6C}" presName="LevelTwoTextNode" presStyleLbl="node2" presStyleIdx="5" presStyleCnt="10" custScaleX="144326">
        <dgm:presLayoutVars>
          <dgm:chPref val="3"/>
        </dgm:presLayoutVars>
      </dgm:prSet>
      <dgm:spPr/>
    </dgm:pt>
    <dgm:pt modelId="{CA6D5FC6-61D1-443F-87EF-616B6CB8AB57}" type="pres">
      <dgm:prSet presAssocID="{9EBAC753-92B9-4C8B-AC02-BD3A3812AB6C}" presName="level3hierChild" presStyleCnt="0"/>
      <dgm:spPr/>
    </dgm:pt>
    <dgm:pt modelId="{B57FE216-3BD1-4B80-B4E6-2C3F6069CD15}" type="pres">
      <dgm:prSet presAssocID="{E7C380AE-879C-4E57-AE96-0E9046769C01}" presName="conn2-1" presStyleLbl="parChTrans1D2" presStyleIdx="6" presStyleCnt="10"/>
      <dgm:spPr/>
    </dgm:pt>
    <dgm:pt modelId="{71E3D95D-95F7-43D2-86A6-FFDDD964E305}" type="pres">
      <dgm:prSet presAssocID="{E7C380AE-879C-4E57-AE96-0E9046769C01}" presName="connTx" presStyleLbl="parChTrans1D2" presStyleIdx="6" presStyleCnt="10"/>
      <dgm:spPr/>
    </dgm:pt>
    <dgm:pt modelId="{1776A64D-9730-4B8C-AB80-45A2B29E88B0}" type="pres">
      <dgm:prSet presAssocID="{08FB64BD-11E5-45D8-9B18-DCE4E8F7F355}" presName="root2" presStyleCnt="0"/>
      <dgm:spPr/>
    </dgm:pt>
    <dgm:pt modelId="{D688B63D-0808-487B-858C-35AD24EB809A}" type="pres">
      <dgm:prSet presAssocID="{08FB64BD-11E5-45D8-9B18-DCE4E8F7F355}" presName="LevelTwoTextNode" presStyleLbl="node2" presStyleIdx="6" presStyleCnt="10" custScaleX="144326">
        <dgm:presLayoutVars>
          <dgm:chPref val="3"/>
        </dgm:presLayoutVars>
      </dgm:prSet>
      <dgm:spPr/>
    </dgm:pt>
    <dgm:pt modelId="{3C0E8867-2424-4D52-8A3F-1BCD3A0D9D7B}" type="pres">
      <dgm:prSet presAssocID="{08FB64BD-11E5-45D8-9B18-DCE4E8F7F355}" presName="level3hierChild" presStyleCnt="0"/>
      <dgm:spPr/>
    </dgm:pt>
    <dgm:pt modelId="{148B6185-3E48-46AF-B091-34096F59F50D}" type="pres">
      <dgm:prSet presAssocID="{DB76C944-1090-4AD3-9D47-A5F721C948F9}" presName="conn2-1" presStyleLbl="parChTrans1D2" presStyleIdx="7" presStyleCnt="10"/>
      <dgm:spPr/>
    </dgm:pt>
    <dgm:pt modelId="{C9F48009-E874-4517-BCE5-422F97F59523}" type="pres">
      <dgm:prSet presAssocID="{DB76C944-1090-4AD3-9D47-A5F721C948F9}" presName="connTx" presStyleLbl="parChTrans1D2" presStyleIdx="7" presStyleCnt="10"/>
      <dgm:spPr/>
    </dgm:pt>
    <dgm:pt modelId="{0EA7B152-E063-4558-833D-29FC4FD10583}" type="pres">
      <dgm:prSet presAssocID="{5481117A-6DED-47CA-ACC8-C08A6E135ECF}" presName="root2" presStyleCnt="0"/>
      <dgm:spPr/>
    </dgm:pt>
    <dgm:pt modelId="{0CDDDABB-B9C5-4C88-AFF5-CA1E79424DCC}" type="pres">
      <dgm:prSet presAssocID="{5481117A-6DED-47CA-ACC8-C08A6E135ECF}" presName="LevelTwoTextNode" presStyleLbl="node2" presStyleIdx="7" presStyleCnt="10" custScaleX="144326">
        <dgm:presLayoutVars>
          <dgm:chPref val="3"/>
        </dgm:presLayoutVars>
      </dgm:prSet>
      <dgm:spPr/>
    </dgm:pt>
    <dgm:pt modelId="{50B0A23F-5B03-487D-8824-C32EC59A8845}" type="pres">
      <dgm:prSet presAssocID="{5481117A-6DED-47CA-ACC8-C08A6E135ECF}" presName="level3hierChild" presStyleCnt="0"/>
      <dgm:spPr/>
    </dgm:pt>
    <dgm:pt modelId="{BA226AF1-E6D4-4EF7-9F3B-CFEA96BF79C8}" type="pres">
      <dgm:prSet presAssocID="{A7D4B063-C24D-4617-B7F3-4A2010D2D19E}" presName="conn2-1" presStyleLbl="parChTrans1D2" presStyleIdx="8" presStyleCnt="10"/>
      <dgm:spPr/>
    </dgm:pt>
    <dgm:pt modelId="{8FA6E049-F748-4E8E-A0EC-E0BBC6D684EB}" type="pres">
      <dgm:prSet presAssocID="{A7D4B063-C24D-4617-B7F3-4A2010D2D19E}" presName="connTx" presStyleLbl="parChTrans1D2" presStyleIdx="8" presStyleCnt="10"/>
      <dgm:spPr/>
    </dgm:pt>
    <dgm:pt modelId="{BACC0FE2-EA17-4A2E-8087-B728DA1C19E4}" type="pres">
      <dgm:prSet presAssocID="{9A9C4794-F480-427D-8257-EF96F4A62A37}" presName="root2" presStyleCnt="0"/>
      <dgm:spPr/>
    </dgm:pt>
    <dgm:pt modelId="{C43AB566-D2C8-4B77-B87A-2141D1E62658}" type="pres">
      <dgm:prSet presAssocID="{9A9C4794-F480-427D-8257-EF96F4A62A37}" presName="LevelTwoTextNode" presStyleLbl="node2" presStyleIdx="8" presStyleCnt="10" custScaleX="144326">
        <dgm:presLayoutVars>
          <dgm:chPref val="3"/>
        </dgm:presLayoutVars>
      </dgm:prSet>
      <dgm:spPr/>
    </dgm:pt>
    <dgm:pt modelId="{55ADF9E2-C98C-4FAE-B55E-1922E16CAD42}" type="pres">
      <dgm:prSet presAssocID="{9A9C4794-F480-427D-8257-EF96F4A62A37}" presName="level3hierChild" presStyleCnt="0"/>
      <dgm:spPr/>
    </dgm:pt>
    <dgm:pt modelId="{A183D770-B144-440D-998A-D5BF2C986FC4}" type="pres">
      <dgm:prSet presAssocID="{D1B29F29-688B-4F95-B5DB-7160144BCFA6}" presName="conn2-1" presStyleLbl="parChTrans1D2" presStyleIdx="9" presStyleCnt="10"/>
      <dgm:spPr/>
    </dgm:pt>
    <dgm:pt modelId="{03D96FFE-CAE2-4E76-A73C-7ECC82483933}" type="pres">
      <dgm:prSet presAssocID="{D1B29F29-688B-4F95-B5DB-7160144BCFA6}" presName="connTx" presStyleLbl="parChTrans1D2" presStyleIdx="9" presStyleCnt="10"/>
      <dgm:spPr/>
    </dgm:pt>
    <dgm:pt modelId="{6F655928-B245-45D1-BBA5-99FD9315EAB3}" type="pres">
      <dgm:prSet presAssocID="{9B480922-406C-40C1-9A8D-CC416F925933}" presName="root2" presStyleCnt="0"/>
      <dgm:spPr/>
    </dgm:pt>
    <dgm:pt modelId="{77508DA6-B6CE-4FDA-AB1B-018F3862EC6E}" type="pres">
      <dgm:prSet presAssocID="{9B480922-406C-40C1-9A8D-CC416F925933}" presName="LevelTwoTextNode" presStyleLbl="node2" presStyleIdx="9" presStyleCnt="10" custScaleX="144326">
        <dgm:presLayoutVars>
          <dgm:chPref val="3"/>
        </dgm:presLayoutVars>
      </dgm:prSet>
      <dgm:spPr/>
    </dgm:pt>
    <dgm:pt modelId="{468D01AC-8E0E-4C52-8B9D-4C278A436CB2}" type="pres">
      <dgm:prSet presAssocID="{9B480922-406C-40C1-9A8D-CC416F925933}" presName="level3hierChild" presStyleCnt="0"/>
      <dgm:spPr/>
    </dgm:pt>
  </dgm:ptLst>
  <dgm:cxnLst>
    <dgm:cxn modelId="{C6EFCD0C-58F1-4F37-8CC0-7AE097B69FA0}" type="presOf" srcId="{82BD5A2A-0F21-46C6-91A9-0E54A1B5AD9D}" destId="{71DA4336-7595-49FD-A10E-B20C1F188EDC}" srcOrd="0" destOrd="0" presId="urn:microsoft.com/office/officeart/2008/layout/HorizontalMultiLevelHierarchy"/>
    <dgm:cxn modelId="{05A0200F-A1E5-40C3-89AF-A1343CECF719}" type="presOf" srcId="{564EBD19-37CD-4F6E-A332-AB4374F59976}" destId="{A6902634-F7D9-46B9-BE85-5382E0D349B3}" srcOrd="0" destOrd="0" presId="urn:microsoft.com/office/officeart/2008/layout/HorizontalMultiLevelHierarchy"/>
    <dgm:cxn modelId="{33C9A113-3B8E-4121-8093-FC85EE0B52EC}" srcId="{B18FFF88-17A8-4D2F-8ED9-B2DB98760064}" destId="{E4A301D0-4B42-4545-A79F-AD6575FEC273}" srcOrd="0" destOrd="0" parTransId="{1CDD9C7B-151A-4358-B731-027D78826285}" sibTransId="{9D446891-403B-4D51-B26C-51E4CB0A6819}"/>
    <dgm:cxn modelId="{D05D5215-990A-47E4-A968-C324D42C0177}" type="presOf" srcId="{B18FFF88-17A8-4D2F-8ED9-B2DB98760064}" destId="{33040C45-EFD4-4BAE-AF5F-BCE43E1F990E}" srcOrd="0" destOrd="0" presId="urn:microsoft.com/office/officeart/2008/layout/HorizontalMultiLevelHierarchy"/>
    <dgm:cxn modelId="{44907416-1EA3-4B60-8357-DE119CE4DCA6}" type="presOf" srcId="{FACE9A50-5E16-4583-85AE-CF991040C6EE}" destId="{F243235F-8B9B-47DC-A6C0-6F87A20FA335}" srcOrd="1" destOrd="0" presId="urn:microsoft.com/office/officeart/2008/layout/HorizontalMultiLevelHierarchy"/>
    <dgm:cxn modelId="{67170E1D-AFB8-4130-B985-3C4B6EB812AE}" srcId="{E4A301D0-4B42-4545-A79F-AD6575FEC273}" destId="{08FB64BD-11E5-45D8-9B18-DCE4E8F7F355}" srcOrd="6" destOrd="0" parTransId="{E7C380AE-879C-4E57-AE96-0E9046769C01}" sibTransId="{55445A80-D31F-4BFF-965D-60C61A7BB17B}"/>
    <dgm:cxn modelId="{7318D026-6C4B-45F1-AB24-B70E9C8E9751}" srcId="{E4A301D0-4B42-4545-A79F-AD6575FEC273}" destId="{31438960-D5DF-4F9A-91F0-2CA426A59D6C}" srcOrd="2" destOrd="0" parTransId="{FACE9A50-5E16-4583-85AE-CF991040C6EE}" sibTransId="{ECDE8819-D80A-457B-9972-65C670DE373E}"/>
    <dgm:cxn modelId="{C0C8032A-3AF7-48F4-B834-10846B2BA03D}" srcId="{E4A301D0-4B42-4545-A79F-AD6575FEC273}" destId="{9A9C4794-F480-427D-8257-EF96F4A62A37}" srcOrd="8" destOrd="0" parTransId="{A7D4B063-C24D-4617-B7F3-4A2010D2D19E}" sibTransId="{F5144DB7-8D2D-4702-B0D0-C599DC2DC923}"/>
    <dgm:cxn modelId="{696E182D-EEFB-41D6-9EEA-EDC4E9B74A01}" srcId="{E4A301D0-4B42-4545-A79F-AD6575FEC273}" destId="{B75B9F57-63A2-4A54-98D0-29EBCBBCBBCC}" srcOrd="3" destOrd="0" parTransId="{0F62F21F-9445-4B7D-8570-CB1FBF9D8294}" sibTransId="{C954F499-14A2-4C53-99FF-619F608B8F7C}"/>
    <dgm:cxn modelId="{D8372C33-FF47-4923-BBA4-B6FC13B17212}" type="presOf" srcId="{DB76C944-1090-4AD3-9D47-A5F721C948F9}" destId="{148B6185-3E48-46AF-B091-34096F59F50D}" srcOrd="0" destOrd="0" presId="urn:microsoft.com/office/officeart/2008/layout/HorizontalMultiLevelHierarchy"/>
    <dgm:cxn modelId="{7857AB39-BE87-4193-B52F-CAA36E4642AB}" type="presOf" srcId="{0F62F21F-9445-4B7D-8570-CB1FBF9D8294}" destId="{0AD3943C-7BB2-4727-9521-62F2AE097DCF}" srcOrd="0" destOrd="0" presId="urn:microsoft.com/office/officeart/2008/layout/HorizontalMultiLevelHierarchy"/>
    <dgm:cxn modelId="{AFA94D3D-327D-49FF-BE17-A8A6A0283A89}" type="presOf" srcId="{D1B29F29-688B-4F95-B5DB-7160144BCFA6}" destId="{A183D770-B144-440D-998A-D5BF2C986FC4}" srcOrd="0" destOrd="0" presId="urn:microsoft.com/office/officeart/2008/layout/HorizontalMultiLevelHierarchy"/>
    <dgm:cxn modelId="{8CF77E5B-13E5-4209-921C-4E6B0AAF9326}" type="presOf" srcId="{A004BE96-5AFA-418F-82B7-24F07D4246DF}" destId="{D80929C0-F448-43A5-9F39-C674D0F20769}" srcOrd="1" destOrd="0" presId="urn:microsoft.com/office/officeart/2008/layout/HorizontalMultiLevelHierarchy"/>
    <dgm:cxn modelId="{A076635C-55C3-4E66-8F5C-84009059FE3B}" type="presOf" srcId="{538BCBCB-17F9-4EB5-B9B8-F656017DEE74}" destId="{78974B60-40C0-4ACA-9517-54660A152119}" srcOrd="0" destOrd="0" presId="urn:microsoft.com/office/officeart/2008/layout/HorizontalMultiLevelHierarchy"/>
    <dgm:cxn modelId="{D632FC62-6C1A-42DD-BBA7-8CB14F289884}" type="presOf" srcId="{82BD5A2A-0F21-46C6-91A9-0E54A1B5AD9D}" destId="{E29050EA-6464-48F9-BEE8-A2DF0CB99362}" srcOrd="1" destOrd="0" presId="urn:microsoft.com/office/officeart/2008/layout/HorizontalMultiLevelHierarchy"/>
    <dgm:cxn modelId="{7BED3B63-EA92-4484-A212-42503E06E160}" type="presOf" srcId="{9EBAC753-92B9-4C8B-AC02-BD3A3812AB6C}" destId="{8D372905-A4E1-4677-BA62-869C18ECAAF7}" srcOrd="0" destOrd="0" presId="urn:microsoft.com/office/officeart/2008/layout/HorizontalMultiLevelHierarchy"/>
    <dgm:cxn modelId="{8756CE43-2AA9-4B57-89AF-968BF07C6162}" type="presOf" srcId="{DCC143D5-959C-404B-A27D-2C5570E38F68}" destId="{5FFFBD32-E6CF-4E1F-9191-99F5B5388A9C}" srcOrd="0" destOrd="0" presId="urn:microsoft.com/office/officeart/2008/layout/HorizontalMultiLevelHierarchy"/>
    <dgm:cxn modelId="{D6A39864-7B90-4694-B036-857A4DC581D0}" srcId="{E4A301D0-4B42-4545-A79F-AD6575FEC273}" destId="{798DD569-E0AD-43DD-9EF9-6890B0206A3A}" srcOrd="1" destOrd="0" parTransId="{DCC143D5-959C-404B-A27D-2C5570E38F68}" sibTransId="{CC36F3F7-C600-4F86-9D28-6480E1CA1C95}"/>
    <dgm:cxn modelId="{4F043265-788F-481C-A647-69400F56F2A9}" type="presOf" srcId="{9A9C4794-F480-427D-8257-EF96F4A62A37}" destId="{C43AB566-D2C8-4B77-B87A-2141D1E62658}" srcOrd="0" destOrd="0" presId="urn:microsoft.com/office/officeart/2008/layout/HorizontalMultiLevelHierarchy"/>
    <dgm:cxn modelId="{C80DCC67-AEA8-4BD1-B215-7B530BAB01EE}" type="presOf" srcId="{955018CF-431D-45F1-8F44-797929877281}" destId="{569F4181-24DE-4B6C-B3AB-BA3391957A0F}" srcOrd="0" destOrd="0" presId="urn:microsoft.com/office/officeart/2008/layout/HorizontalMultiLevelHierarchy"/>
    <dgm:cxn modelId="{A768424E-289C-4255-AE55-130974507383}" type="presOf" srcId="{A004BE96-5AFA-418F-82B7-24F07D4246DF}" destId="{63C755C7-7923-4470-B57A-AC7A3114EA4F}" srcOrd="0" destOrd="0" presId="urn:microsoft.com/office/officeart/2008/layout/HorizontalMultiLevelHierarchy"/>
    <dgm:cxn modelId="{93D93374-6BA9-4863-B5EB-82500777F4FA}" type="presOf" srcId="{31438960-D5DF-4F9A-91F0-2CA426A59D6C}" destId="{9052E246-804A-4F1A-9C82-BF1448A8B264}" srcOrd="0" destOrd="0" presId="urn:microsoft.com/office/officeart/2008/layout/HorizontalMultiLevelHierarchy"/>
    <dgm:cxn modelId="{AEC76C74-E44D-4DDB-911B-D93B6ED6AD2A}" type="presOf" srcId="{E4A301D0-4B42-4545-A79F-AD6575FEC273}" destId="{875679F0-D398-4427-BB74-FE0A0A22E527}" srcOrd="0" destOrd="0" presId="urn:microsoft.com/office/officeart/2008/layout/HorizontalMultiLevelHierarchy"/>
    <dgm:cxn modelId="{458EFE77-C867-40D5-B7AD-5A98EF85B6D8}" srcId="{E4A301D0-4B42-4545-A79F-AD6575FEC273}" destId="{9B480922-406C-40C1-9A8D-CC416F925933}" srcOrd="9" destOrd="0" parTransId="{D1B29F29-688B-4F95-B5DB-7160144BCFA6}" sibTransId="{9171FC1F-2952-4683-AFBA-592E8C9A5D2E}"/>
    <dgm:cxn modelId="{A9599794-C138-4123-8006-9AB1438AD16B}" type="presOf" srcId="{798DD569-E0AD-43DD-9EF9-6890B0206A3A}" destId="{BE16DA85-B331-41A9-8ECC-D35625339679}" srcOrd="0" destOrd="0" presId="urn:microsoft.com/office/officeart/2008/layout/HorizontalMultiLevelHierarchy"/>
    <dgm:cxn modelId="{21A50095-7776-4CE8-ABA2-62031A973142}" srcId="{E4A301D0-4B42-4545-A79F-AD6575FEC273}" destId="{538BCBCB-17F9-4EB5-B9B8-F656017DEE74}" srcOrd="4" destOrd="0" parTransId="{82BD5A2A-0F21-46C6-91A9-0E54A1B5AD9D}" sibTransId="{DB576462-9859-4B0E-B65C-4A1C09428D9A}"/>
    <dgm:cxn modelId="{0EB27C9A-8484-4FC3-BFCE-606E4D3E97E8}" type="presOf" srcId="{A7D4B063-C24D-4617-B7F3-4A2010D2D19E}" destId="{BA226AF1-E6D4-4EF7-9F3B-CFEA96BF79C8}" srcOrd="0" destOrd="0" presId="urn:microsoft.com/office/officeart/2008/layout/HorizontalMultiLevelHierarchy"/>
    <dgm:cxn modelId="{FEE3BD9C-0DC2-40FB-87DB-5FDF5B0DAABB}" type="presOf" srcId="{A7D4B063-C24D-4617-B7F3-4A2010D2D19E}" destId="{8FA6E049-F748-4E8E-A0EC-E0BBC6D684EB}" srcOrd="1" destOrd="0" presId="urn:microsoft.com/office/officeart/2008/layout/HorizontalMultiLevelHierarchy"/>
    <dgm:cxn modelId="{2AF035A7-B11B-4179-B7D8-9E7403726A11}" type="presOf" srcId="{DB76C944-1090-4AD3-9D47-A5F721C948F9}" destId="{C9F48009-E874-4517-BCE5-422F97F59523}" srcOrd="1" destOrd="0" presId="urn:microsoft.com/office/officeart/2008/layout/HorizontalMultiLevelHierarchy"/>
    <dgm:cxn modelId="{E92E2DAB-CFB6-4BF2-8AF7-8C8A23DD283A}" type="presOf" srcId="{0F62F21F-9445-4B7D-8570-CB1FBF9D8294}" destId="{BA25FC28-A44F-4510-9542-4638900AFD97}" srcOrd="1" destOrd="0" presId="urn:microsoft.com/office/officeart/2008/layout/HorizontalMultiLevelHierarchy"/>
    <dgm:cxn modelId="{CF37D3B2-CB87-4EB9-B273-4C3004BDF5DC}" type="presOf" srcId="{955018CF-431D-45F1-8F44-797929877281}" destId="{B3BAE587-B8A9-47CC-94C1-217AB723D394}" srcOrd="1" destOrd="0" presId="urn:microsoft.com/office/officeart/2008/layout/HorizontalMultiLevelHierarchy"/>
    <dgm:cxn modelId="{8EFC53B6-7D5E-447A-AB2B-A462C5198465}" type="presOf" srcId="{B75B9F57-63A2-4A54-98D0-29EBCBBCBBCC}" destId="{E7A052FC-3602-4490-951F-8A57C490001F}" srcOrd="0" destOrd="0" presId="urn:microsoft.com/office/officeart/2008/layout/HorizontalMultiLevelHierarchy"/>
    <dgm:cxn modelId="{4C4CC8B8-0D0A-4FBA-97F2-3308DFE3460F}" type="presOf" srcId="{FACE9A50-5E16-4583-85AE-CF991040C6EE}" destId="{B1074630-6ADD-441C-9D0C-93FFECD4F7D9}" srcOrd="0" destOrd="0" presId="urn:microsoft.com/office/officeart/2008/layout/HorizontalMultiLevelHierarchy"/>
    <dgm:cxn modelId="{5095B4D4-73DD-4EEE-8498-6DD874FB8C77}" type="presOf" srcId="{DCC143D5-959C-404B-A27D-2C5570E38F68}" destId="{23EBDC46-F88D-4B85-8E3E-6E5980A23A61}" srcOrd="1" destOrd="0" presId="urn:microsoft.com/office/officeart/2008/layout/HorizontalMultiLevelHierarchy"/>
    <dgm:cxn modelId="{DA0C1DD7-0961-4578-B3E1-BEEA3805F488}" srcId="{E4A301D0-4B42-4545-A79F-AD6575FEC273}" destId="{5481117A-6DED-47CA-ACC8-C08A6E135ECF}" srcOrd="7" destOrd="0" parTransId="{DB76C944-1090-4AD3-9D47-A5F721C948F9}" sibTransId="{B41FAF60-ECC9-4E73-AA42-E1BB1B446D1A}"/>
    <dgm:cxn modelId="{869B9ED8-0746-413A-98B4-508091ED8889}" type="presOf" srcId="{08FB64BD-11E5-45D8-9B18-DCE4E8F7F355}" destId="{D688B63D-0808-487B-858C-35AD24EB809A}" srcOrd="0" destOrd="0" presId="urn:microsoft.com/office/officeart/2008/layout/HorizontalMultiLevelHierarchy"/>
    <dgm:cxn modelId="{CD04BBE1-EF3F-43F9-A37B-D4BF36F20E1F}" type="presOf" srcId="{D1B29F29-688B-4F95-B5DB-7160144BCFA6}" destId="{03D96FFE-CAE2-4E76-A73C-7ECC82483933}" srcOrd="1" destOrd="0" presId="urn:microsoft.com/office/officeart/2008/layout/HorizontalMultiLevelHierarchy"/>
    <dgm:cxn modelId="{BB8E25E2-B0CC-4AC2-9D92-AB3CF490CD69}" type="presOf" srcId="{E7C380AE-879C-4E57-AE96-0E9046769C01}" destId="{71E3D95D-95F7-43D2-86A6-FFDDD964E305}" srcOrd="1" destOrd="0" presId="urn:microsoft.com/office/officeart/2008/layout/HorizontalMultiLevelHierarchy"/>
    <dgm:cxn modelId="{C3CD44E7-85A0-4D10-9860-7C7A6AB784B3}" type="presOf" srcId="{5481117A-6DED-47CA-ACC8-C08A6E135ECF}" destId="{0CDDDABB-B9C5-4C88-AFF5-CA1E79424DCC}" srcOrd="0" destOrd="0" presId="urn:microsoft.com/office/officeart/2008/layout/HorizontalMultiLevelHierarchy"/>
    <dgm:cxn modelId="{F46A2CF0-3EA7-4BC2-BC07-867888C29AE5}" srcId="{E4A301D0-4B42-4545-A79F-AD6575FEC273}" destId="{564EBD19-37CD-4F6E-A332-AB4374F59976}" srcOrd="0" destOrd="0" parTransId="{A004BE96-5AFA-418F-82B7-24F07D4246DF}" sibTransId="{0593C052-0045-4A09-AAA2-2FB63EFBDAC4}"/>
    <dgm:cxn modelId="{E2B6B7F1-A9F9-40BA-9689-E981DBA9E7D0}" type="presOf" srcId="{9B480922-406C-40C1-9A8D-CC416F925933}" destId="{77508DA6-B6CE-4FDA-AB1B-018F3862EC6E}" srcOrd="0" destOrd="0" presId="urn:microsoft.com/office/officeart/2008/layout/HorizontalMultiLevelHierarchy"/>
    <dgm:cxn modelId="{0B99ADF4-77B4-41A7-8370-BC4A8D238F90}" srcId="{E4A301D0-4B42-4545-A79F-AD6575FEC273}" destId="{9EBAC753-92B9-4C8B-AC02-BD3A3812AB6C}" srcOrd="5" destOrd="0" parTransId="{955018CF-431D-45F1-8F44-797929877281}" sibTransId="{431584E9-E8EB-4427-A339-ABAA37BDF59B}"/>
    <dgm:cxn modelId="{C26DE4FB-7D8C-4BFE-8F99-E8AA92577C49}" type="presOf" srcId="{E7C380AE-879C-4E57-AE96-0E9046769C01}" destId="{B57FE216-3BD1-4B80-B4E6-2C3F6069CD15}" srcOrd="0" destOrd="0" presId="urn:microsoft.com/office/officeart/2008/layout/HorizontalMultiLevelHierarchy"/>
    <dgm:cxn modelId="{3BD3D601-E673-4155-BD71-D9E12F01C048}" type="presParOf" srcId="{33040C45-EFD4-4BAE-AF5F-BCE43E1F990E}" destId="{9EEE239D-F8D5-4E35-8C8B-D5C5F34A0B68}" srcOrd="0" destOrd="0" presId="urn:microsoft.com/office/officeart/2008/layout/HorizontalMultiLevelHierarchy"/>
    <dgm:cxn modelId="{33D9D5A8-280B-4617-A367-D4C0EFA30827}" type="presParOf" srcId="{9EEE239D-F8D5-4E35-8C8B-D5C5F34A0B68}" destId="{875679F0-D398-4427-BB74-FE0A0A22E527}" srcOrd="0" destOrd="0" presId="urn:microsoft.com/office/officeart/2008/layout/HorizontalMultiLevelHierarchy"/>
    <dgm:cxn modelId="{AD7C237E-B08B-467B-9A78-EF4A7331AA71}" type="presParOf" srcId="{9EEE239D-F8D5-4E35-8C8B-D5C5F34A0B68}" destId="{D2C1B22E-59B5-4B73-B525-C065D6DDF4D7}" srcOrd="1" destOrd="0" presId="urn:microsoft.com/office/officeart/2008/layout/HorizontalMultiLevelHierarchy"/>
    <dgm:cxn modelId="{D110895E-8996-4870-AFB9-B7B6D81A2B4B}" type="presParOf" srcId="{D2C1B22E-59B5-4B73-B525-C065D6DDF4D7}" destId="{63C755C7-7923-4470-B57A-AC7A3114EA4F}" srcOrd="0" destOrd="0" presId="urn:microsoft.com/office/officeart/2008/layout/HorizontalMultiLevelHierarchy"/>
    <dgm:cxn modelId="{E65105C7-74D3-4EB1-A2EE-DB6D1A427B6B}" type="presParOf" srcId="{63C755C7-7923-4470-B57A-AC7A3114EA4F}" destId="{D80929C0-F448-43A5-9F39-C674D0F20769}" srcOrd="0" destOrd="0" presId="urn:microsoft.com/office/officeart/2008/layout/HorizontalMultiLevelHierarchy"/>
    <dgm:cxn modelId="{140BB052-0DEA-4086-B036-951681D0E717}" type="presParOf" srcId="{D2C1B22E-59B5-4B73-B525-C065D6DDF4D7}" destId="{D87E4931-C73D-4B6C-9B10-8F40F95E72C9}" srcOrd="1" destOrd="0" presId="urn:microsoft.com/office/officeart/2008/layout/HorizontalMultiLevelHierarchy"/>
    <dgm:cxn modelId="{24031361-4059-404D-ACDB-1960F596A77C}" type="presParOf" srcId="{D87E4931-C73D-4B6C-9B10-8F40F95E72C9}" destId="{A6902634-F7D9-46B9-BE85-5382E0D349B3}" srcOrd="0" destOrd="0" presId="urn:microsoft.com/office/officeart/2008/layout/HorizontalMultiLevelHierarchy"/>
    <dgm:cxn modelId="{5A235356-6B80-4A77-BD67-982CA6B67E85}" type="presParOf" srcId="{D87E4931-C73D-4B6C-9B10-8F40F95E72C9}" destId="{704C4296-B5AF-4875-B5AF-F97F8F867D12}" srcOrd="1" destOrd="0" presId="urn:microsoft.com/office/officeart/2008/layout/HorizontalMultiLevelHierarchy"/>
    <dgm:cxn modelId="{6DDE664E-0BEF-4328-B069-FA31D2FBC120}" type="presParOf" srcId="{D2C1B22E-59B5-4B73-B525-C065D6DDF4D7}" destId="{5FFFBD32-E6CF-4E1F-9191-99F5B5388A9C}" srcOrd="2" destOrd="0" presId="urn:microsoft.com/office/officeart/2008/layout/HorizontalMultiLevelHierarchy"/>
    <dgm:cxn modelId="{EA26A881-FF23-4516-BB56-CD753CDC58F4}" type="presParOf" srcId="{5FFFBD32-E6CF-4E1F-9191-99F5B5388A9C}" destId="{23EBDC46-F88D-4B85-8E3E-6E5980A23A61}" srcOrd="0" destOrd="0" presId="urn:microsoft.com/office/officeart/2008/layout/HorizontalMultiLevelHierarchy"/>
    <dgm:cxn modelId="{0D92E567-B594-430D-8B13-10420C2C0225}" type="presParOf" srcId="{D2C1B22E-59B5-4B73-B525-C065D6DDF4D7}" destId="{2F56511A-4413-4680-9AE3-DCA63FA7F991}" srcOrd="3" destOrd="0" presId="urn:microsoft.com/office/officeart/2008/layout/HorizontalMultiLevelHierarchy"/>
    <dgm:cxn modelId="{9335F75C-FE54-4C73-A913-F116AB2934F8}" type="presParOf" srcId="{2F56511A-4413-4680-9AE3-DCA63FA7F991}" destId="{BE16DA85-B331-41A9-8ECC-D35625339679}" srcOrd="0" destOrd="0" presId="urn:microsoft.com/office/officeart/2008/layout/HorizontalMultiLevelHierarchy"/>
    <dgm:cxn modelId="{9B69D6F2-C367-4E0B-A4A1-D5F9D82AE9EB}" type="presParOf" srcId="{2F56511A-4413-4680-9AE3-DCA63FA7F991}" destId="{0508EF8E-4239-46FD-A7A4-7D8744AA6843}" srcOrd="1" destOrd="0" presId="urn:microsoft.com/office/officeart/2008/layout/HorizontalMultiLevelHierarchy"/>
    <dgm:cxn modelId="{16391184-F99F-498E-BD43-48E47A6B55CC}" type="presParOf" srcId="{D2C1B22E-59B5-4B73-B525-C065D6DDF4D7}" destId="{B1074630-6ADD-441C-9D0C-93FFECD4F7D9}" srcOrd="4" destOrd="0" presId="urn:microsoft.com/office/officeart/2008/layout/HorizontalMultiLevelHierarchy"/>
    <dgm:cxn modelId="{E4FFF1C5-9F71-466C-8DCF-61CAAC06D260}" type="presParOf" srcId="{B1074630-6ADD-441C-9D0C-93FFECD4F7D9}" destId="{F243235F-8B9B-47DC-A6C0-6F87A20FA335}" srcOrd="0" destOrd="0" presId="urn:microsoft.com/office/officeart/2008/layout/HorizontalMultiLevelHierarchy"/>
    <dgm:cxn modelId="{76439F78-839A-48A8-873D-EAD758AA67C7}" type="presParOf" srcId="{D2C1B22E-59B5-4B73-B525-C065D6DDF4D7}" destId="{B3EC9308-FEFD-49F4-949B-82801F63D32B}" srcOrd="5" destOrd="0" presId="urn:microsoft.com/office/officeart/2008/layout/HorizontalMultiLevelHierarchy"/>
    <dgm:cxn modelId="{49BB5C7B-DCF9-4B76-9586-57AE8DD53B5B}" type="presParOf" srcId="{B3EC9308-FEFD-49F4-949B-82801F63D32B}" destId="{9052E246-804A-4F1A-9C82-BF1448A8B264}" srcOrd="0" destOrd="0" presId="urn:microsoft.com/office/officeart/2008/layout/HorizontalMultiLevelHierarchy"/>
    <dgm:cxn modelId="{363958E8-B168-4302-9C76-B997A05B04DC}" type="presParOf" srcId="{B3EC9308-FEFD-49F4-949B-82801F63D32B}" destId="{E96943F8-75C0-4A6C-B8CA-5B17939727F0}" srcOrd="1" destOrd="0" presId="urn:microsoft.com/office/officeart/2008/layout/HorizontalMultiLevelHierarchy"/>
    <dgm:cxn modelId="{8BB433E3-C13C-4FE2-80A9-3647578DD3C3}" type="presParOf" srcId="{D2C1B22E-59B5-4B73-B525-C065D6DDF4D7}" destId="{0AD3943C-7BB2-4727-9521-62F2AE097DCF}" srcOrd="6" destOrd="0" presId="urn:microsoft.com/office/officeart/2008/layout/HorizontalMultiLevelHierarchy"/>
    <dgm:cxn modelId="{80835DDF-B7BB-4B4E-B0A6-32310DBA48FC}" type="presParOf" srcId="{0AD3943C-7BB2-4727-9521-62F2AE097DCF}" destId="{BA25FC28-A44F-4510-9542-4638900AFD97}" srcOrd="0" destOrd="0" presId="urn:microsoft.com/office/officeart/2008/layout/HorizontalMultiLevelHierarchy"/>
    <dgm:cxn modelId="{A1B386AD-33EE-431A-86D6-E269055921C7}" type="presParOf" srcId="{D2C1B22E-59B5-4B73-B525-C065D6DDF4D7}" destId="{4123303B-4BC2-456E-A426-84EB3E94C006}" srcOrd="7" destOrd="0" presId="urn:microsoft.com/office/officeart/2008/layout/HorizontalMultiLevelHierarchy"/>
    <dgm:cxn modelId="{918FD458-3181-414C-BC8A-EEAA2B3B7AE1}" type="presParOf" srcId="{4123303B-4BC2-456E-A426-84EB3E94C006}" destId="{E7A052FC-3602-4490-951F-8A57C490001F}" srcOrd="0" destOrd="0" presId="urn:microsoft.com/office/officeart/2008/layout/HorizontalMultiLevelHierarchy"/>
    <dgm:cxn modelId="{B8755EF0-6F01-4107-A48E-1FB9157FA836}" type="presParOf" srcId="{4123303B-4BC2-456E-A426-84EB3E94C006}" destId="{B93B1E0B-D890-4D7E-B840-6671AC5651E0}" srcOrd="1" destOrd="0" presId="urn:microsoft.com/office/officeart/2008/layout/HorizontalMultiLevelHierarchy"/>
    <dgm:cxn modelId="{06A73961-1131-45FD-8D17-7CBAA2E98943}" type="presParOf" srcId="{D2C1B22E-59B5-4B73-B525-C065D6DDF4D7}" destId="{71DA4336-7595-49FD-A10E-B20C1F188EDC}" srcOrd="8" destOrd="0" presId="urn:microsoft.com/office/officeart/2008/layout/HorizontalMultiLevelHierarchy"/>
    <dgm:cxn modelId="{37093FD1-A749-44BA-AE88-5C8A2684C6E1}" type="presParOf" srcId="{71DA4336-7595-49FD-A10E-B20C1F188EDC}" destId="{E29050EA-6464-48F9-BEE8-A2DF0CB99362}" srcOrd="0" destOrd="0" presId="urn:microsoft.com/office/officeart/2008/layout/HorizontalMultiLevelHierarchy"/>
    <dgm:cxn modelId="{1ADCD2B8-98C9-4D5F-BAF8-8E201E4CA0BD}" type="presParOf" srcId="{D2C1B22E-59B5-4B73-B525-C065D6DDF4D7}" destId="{1181D1E6-04C1-428D-817D-62C2386E46BD}" srcOrd="9" destOrd="0" presId="urn:microsoft.com/office/officeart/2008/layout/HorizontalMultiLevelHierarchy"/>
    <dgm:cxn modelId="{DC4931DD-125F-4C61-B9A4-7CC0E37E874B}" type="presParOf" srcId="{1181D1E6-04C1-428D-817D-62C2386E46BD}" destId="{78974B60-40C0-4ACA-9517-54660A152119}" srcOrd="0" destOrd="0" presId="urn:microsoft.com/office/officeart/2008/layout/HorizontalMultiLevelHierarchy"/>
    <dgm:cxn modelId="{A535932E-AC5C-46A7-AF90-5418C4D57160}" type="presParOf" srcId="{1181D1E6-04C1-428D-817D-62C2386E46BD}" destId="{FEFE76A8-5896-40D8-8BF9-9AC72E4A14B8}" srcOrd="1" destOrd="0" presId="urn:microsoft.com/office/officeart/2008/layout/HorizontalMultiLevelHierarchy"/>
    <dgm:cxn modelId="{D3952A0D-025D-4FBD-902C-E801E5FACBFC}" type="presParOf" srcId="{D2C1B22E-59B5-4B73-B525-C065D6DDF4D7}" destId="{569F4181-24DE-4B6C-B3AB-BA3391957A0F}" srcOrd="10" destOrd="0" presId="urn:microsoft.com/office/officeart/2008/layout/HorizontalMultiLevelHierarchy"/>
    <dgm:cxn modelId="{0555DB1D-9B4C-44E3-B605-B35303BB68D9}" type="presParOf" srcId="{569F4181-24DE-4B6C-B3AB-BA3391957A0F}" destId="{B3BAE587-B8A9-47CC-94C1-217AB723D394}" srcOrd="0" destOrd="0" presId="urn:microsoft.com/office/officeart/2008/layout/HorizontalMultiLevelHierarchy"/>
    <dgm:cxn modelId="{77C130B7-214D-4C1B-AE96-2289F0A78965}" type="presParOf" srcId="{D2C1B22E-59B5-4B73-B525-C065D6DDF4D7}" destId="{ECF2B196-5D58-4E6C-BE38-6530CE25F928}" srcOrd="11" destOrd="0" presId="urn:microsoft.com/office/officeart/2008/layout/HorizontalMultiLevelHierarchy"/>
    <dgm:cxn modelId="{3EF4377C-0812-4E45-9200-7CBBC35D2CAB}" type="presParOf" srcId="{ECF2B196-5D58-4E6C-BE38-6530CE25F928}" destId="{8D372905-A4E1-4677-BA62-869C18ECAAF7}" srcOrd="0" destOrd="0" presId="urn:microsoft.com/office/officeart/2008/layout/HorizontalMultiLevelHierarchy"/>
    <dgm:cxn modelId="{A69BD2EE-D5A3-4C1D-8A1C-56557EFD3D53}" type="presParOf" srcId="{ECF2B196-5D58-4E6C-BE38-6530CE25F928}" destId="{CA6D5FC6-61D1-443F-87EF-616B6CB8AB57}" srcOrd="1" destOrd="0" presId="urn:microsoft.com/office/officeart/2008/layout/HorizontalMultiLevelHierarchy"/>
    <dgm:cxn modelId="{9B04E824-0368-429B-A645-E9433FB3542F}" type="presParOf" srcId="{D2C1B22E-59B5-4B73-B525-C065D6DDF4D7}" destId="{B57FE216-3BD1-4B80-B4E6-2C3F6069CD15}" srcOrd="12" destOrd="0" presId="urn:microsoft.com/office/officeart/2008/layout/HorizontalMultiLevelHierarchy"/>
    <dgm:cxn modelId="{4E950483-6715-462F-8EAF-F30EF311C29A}" type="presParOf" srcId="{B57FE216-3BD1-4B80-B4E6-2C3F6069CD15}" destId="{71E3D95D-95F7-43D2-86A6-FFDDD964E305}" srcOrd="0" destOrd="0" presId="urn:microsoft.com/office/officeart/2008/layout/HorizontalMultiLevelHierarchy"/>
    <dgm:cxn modelId="{01E3E250-8A95-45BC-BF06-76591B86F8C7}" type="presParOf" srcId="{D2C1B22E-59B5-4B73-B525-C065D6DDF4D7}" destId="{1776A64D-9730-4B8C-AB80-45A2B29E88B0}" srcOrd="13" destOrd="0" presId="urn:microsoft.com/office/officeart/2008/layout/HorizontalMultiLevelHierarchy"/>
    <dgm:cxn modelId="{C2D34A54-A521-4DB4-A499-3FCBC89D369D}" type="presParOf" srcId="{1776A64D-9730-4B8C-AB80-45A2B29E88B0}" destId="{D688B63D-0808-487B-858C-35AD24EB809A}" srcOrd="0" destOrd="0" presId="urn:microsoft.com/office/officeart/2008/layout/HorizontalMultiLevelHierarchy"/>
    <dgm:cxn modelId="{3E120620-C0F0-442F-87E7-04E85B3F183D}" type="presParOf" srcId="{1776A64D-9730-4B8C-AB80-45A2B29E88B0}" destId="{3C0E8867-2424-4D52-8A3F-1BCD3A0D9D7B}" srcOrd="1" destOrd="0" presId="urn:microsoft.com/office/officeart/2008/layout/HorizontalMultiLevelHierarchy"/>
    <dgm:cxn modelId="{5F0BB69A-C9EE-45B8-B51E-BF5F6B791ED1}" type="presParOf" srcId="{D2C1B22E-59B5-4B73-B525-C065D6DDF4D7}" destId="{148B6185-3E48-46AF-B091-34096F59F50D}" srcOrd="14" destOrd="0" presId="urn:microsoft.com/office/officeart/2008/layout/HorizontalMultiLevelHierarchy"/>
    <dgm:cxn modelId="{0CA08483-8311-4D99-93F9-BED2FF6C3ED8}" type="presParOf" srcId="{148B6185-3E48-46AF-B091-34096F59F50D}" destId="{C9F48009-E874-4517-BCE5-422F97F59523}" srcOrd="0" destOrd="0" presId="urn:microsoft.com/office/officeart/2008/layout/HorizontalMultiLevelHierarchy"/>
    <dgm:cxn modelId="{52FDAF21-DC6F-4320-8884-3B60EF886673}" type="presParOf" srcId="{D2C1B22E-59B5-4B73-B525-C065D6DDF4D7}" destId="{0EA7B152-E063-4558-833D-29FC4FD10583}" srcOrd="15" destOrd="0" presId="urn:microsoft.com/office/officeart/2008/layout/HorizontalMultiLevelHierarchy"/>
    <dgm:cxn modelId="{2D84096E-879F-4681-BCF7-AA4986B30D99}" type="presParOf" srcId="{0EA7B152-E063-4558-833D-29FC4FD10583}" destId="{0CDDDABB-B9C5-4C88-AFF5-CA1E79424DCC}" srcOrd="0" destOrd="0" presId="urn:microsoft.com/office/officeart/2008/layout/HorizontalMultiLevelHierarchy"/>
    <dgm:cxn modelId="{43E302B9-0537-4697-9A9C-467807E89047}" type="presParOf" srcId="{0EA7B152-E063-4558-833D-29FC4FD10583}" destId="{50B0A23F-5B03-487D-8824-C32EC59A8845}" srcOrd="1" destOrd="0" presId="urn:microsoft.com/office/officeart/2008/layout/HorizontalMultiLevelHierarchy"/>
    <dgm:cxn modelId="{4078B551-8F53-445F-B18B-EA416E768AFA}" type="presParOf" srcId="{D2C1B22E-59B5-4B73-B525-C065D6DDF4D7}" destId="{BA226AF1-E6D4-4EF7-9F3B-CFEA96BF79C8}" srcOrd="16" destOrd="0" presId="urn:microsoft.com/office/officeart/2008/layout/HorizontalMultiLevelHierarchy"/>
    <dgm:cxn modelId="{9F59F5E2-C272-43CC-B301-886ED506D3FE}" type="presParOf" srcId="{BA226AF1-E6D4-4EF7-9F3B-CFEA96BF79C8}" destId="{8FA6E049-F748-4E8E-A0EC-E0BBC6D684EB}" srcOrd="0" destOrd="0" presId="urn:microsoft.com/office/officeart/2008/layout/HorizontalMultiLevelHierarchy"/>
    <dgm:cxn modelId="{D27DFCF7-1C7E-4652-8C76-168C2BF258D9}" type="presParOf" srcId="{D2C1B22E-59B5-4B73-B525-C065D6DDF4D7}" destId="{BACC0FE2-EA17-4A2E-8087-B728DA1C19E4}" srcOrd="17" destOrd="0" presId="urn:microsoft.com/office/officeart/2008/layout/HorizontalMultiLevelHierarchy"/>
    <dgm:cxn modelId="{1D607F5D-04EE-4551-A738-59C2853FBF2D}" type="presParOf" srcId="{BACC0FE2-EA17-4A2E-8087-B728DA1C19E4}" destId="{C43AB566-D2C8-4B77-B87A-2141D1E62658}" srcOrd="0" destOrd="0" presId="urn:microsoft.com/office/officeart/2008/layout/HorizontalMultiLevelHierarchy"/>
    <dgm:cxn modelId="{6AFE548B-AD6C-421E-8997-F899E956E8E7}" type="presParOf" srcId="{BACC0FE2-EA17-4A2E-8087-B728DA1C19E4}" destId="{55ADF9E2-C98C-4FAE-B55E-1922E16CAD42}" srcOrd="1" destOrd="0" presId="urn:microsoft.com/office/officeart/2008/layout/HorizontalMultiLevelHierarchy"/>
    <dgm:cxn modelId="{DC998800-05E9-4FE4-B65E-BDEECC25FF5B}" type="presParOf" srcId="{D2C1B22E-59B5-4B73-B525-C065D6DDF4D7}" destId="{A183D770-B144-440D-998A-D5BF2C986FC4}" srcOrd="18" destOrd="0" presId="urn:microsoft.com/office/officeart/2008/layout/HorizontalMultiLevelHierarchy"/>
    <dgm:cxn modelId="{C7522848-5BD5-4395-95C2-B72DA4059BBD}" type="presParOf" srcId="{A183D770-B144-440D-998A-D5BF2C986FC4}" destId="{03D96FFE-CAE2-4E76-A73C-7ECC82483933}" srcOrd="0" destOrd="0" presId="urn:microsoft.com/office/officeart/2008/layout/HorizontalMultiLevelHierarchy"/>
    <dgm:cxn modelId="{B722A7B2-D46B-4A4B-8075-2AAA482A907B}" type="presParOf" srcId="{D2C1B22E-59B5-4B73-B525-C065D6DDF4D7}" destId="{6F655928-B245-45D1-BBA5-99FD9315EAB3}" srcOrd="19" destOrd="0" presId="urn:microsoft.com/office/officeart/2008/layout/HorizontalMultiLevelHierarchy"/>
    <dgm:cxn modelId="{AD31CF40-CBD7-4C7A-BD6D-13DA5BB07CD7}" type="presParOf" srcId="{6F655928-B245-45D1-BBA5-99FD9315EAB3}" destId="{77508DA6-B6CE-4FDA-AB1B-018F3862EC6E}" srcOrd="0" destOrd="0" presId="urn:microsoft.com/office/officeart/2008/layout/HorizontalMultiLevelHierarchy"/>
    <dgm:cxn modelId="{0E5F044B-02EF-415D-B078-26E7BA908065}" type="presParOf" srcId="{6F655928-B245-45D1-BBA5-99FD9315EAB3}" destId="{468D01AC-8E0E-4C52-8B9D-4C278A436CB2}" srcOrd="1" destOrd="0" presId="urn:microsoft.com/office/officeart/2008/layout/HorizontalMultiLevelHierarchy"/>
  </dgm:cxnLst>
  <dgm:bg/>
  <dgm:whole/>
  <dgm:extLst>
    <a:ext uri="http://schemas.microsoft.com/office/drawing/2008/diagram">
      <dsp:dataModelExt xmlns:dsp="http://schemas.microsoft.com/office/drawing/2008/diagram" relId="rId1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B18FFF88-17A8-4D2F-8ED9-B2DB98760064}" type="doc">
      <dgm:prSet loTypeId="urn:microsoft.com/office/officeart/2008/layout/HorizontalMultiLevelHierarchy" loCatId="hierarchy" qsTypeId="urn:microsoft.com/office/officeart/2005/8/quickstyle/simple1" qsCatId="simple" csTypeId="urn:microsoft.com/office/officeart/2005/8/colors/accent2_5" csCatId="accent2" phldr="1"/>
      <dgm:spPr/>
      <dgm:t>
        <a:bodyPr/>
        <a:lstStyle/>
        <a:p>
          <a:endParaRPr lang="tr-TR"/>
        </a:p>
      </dgm:t>
    </dgm:pt>
    <dgm:pt modelId="{E4A301D0-4B42-4545-A79F-AD6575FEC273}">
      <dgm:prSet phldrT="[Metin]" custT="1"/>
      <dgm:spPr/>
      <dgm:t>
        <a:bodyPr spcFirstLastPara="0" vert="horz" wrap="square" lIns="7620" tIns="7620" rIns="7620" bIns="7620" numCol="1" spcCol="1270" anchor="ctr" anchorCtr="0"/>
        <a:lstStyle/>
        <a:p>
          <a:pPr marL="0" lvl="0" indent="0" algn="ctr" defTabSz="533400">
            <a:lnSpc>
              <a:spcPct val="90000"/>
            </a:lnSpc>
            <a:spcBef>
              <a:spcPct val="0"/>
            </a:spcBef>
            <a:spcAft>
              <a:spcPct val="35000"/>
            </a:spcAft>
            <a:buNone/>
          </a:pPr>
          <a:r>
            <a:rPr lang="tr-TR" sz="2000" b="1" kern="1200">
              <a:solidFill>
                <a:schemeClr val="tx1"/>
              </a:solidFill>
              <a:latin typeface="Calibri"/>
              <a:ea typeface="+mn-ea"/>
              <a:cs typeface="+mn-cs"/>
            </a:rPr>
            <a:t>Mehmet Aygün</a:t>
          </a:r>
          <a:endParaRPr lang="tr-TR" sz="2000" b="1" kern="1200" dirty="0">
            <a:solidFill>
              <a:schemeClr val="tx1"/>
            </a:solidFill>
            <a:latin typeface="Calibri"/>
            <a:ea typeface="+mn-ea"/>
            <a:cs typeface="+mn-cs"/>
          </a:endParaRPr>
        </a:p>
      </dgm:t>
    </dgm:pt>
    <dgm:pt modelId="{9D446891-403B-4D51-B26C-51E4CB0A6819}" type="sibTrans" cxnId="{33C9A113-3B8E-4121-8093-FC85EE0B52EC}">
      <dgm:prSet/>
      <dgm:spPr/>
      <dgm:t>
        <a:bodyPr/>
        <a:lstStyle/>
        <a:p>
          <a:endParaRPr lang="tr-TR" sz="1200">
            <a:solidFill>
              <a:schemeClr val="tx1"/>
            </a:solidFill>
          </a:endParaRPr>
        </a:p>
      </dgm:t>
    </dgm:pt>
    <dgm:pt modelId="{1CDD9C7B-151A-4358-B731-027D78826285}" type="parTrans" cxnId="{33C9A113-3B8E-4121-8093-FC85EE0B52EC}">
      <dgm:prSet/>
      <dgm:spPr/>
      <dgm:t>
        <a:bodyPr/>
        <a:lstStyle/>
        <a:p>
          <a:endParaRPr lang="tr-TR" sz="1200">
            <a:solidFill>
              <a:schemeClr val="tx1"/>
            </a:solidFill>
          </a:endParaRPr>
        </a:p>
      </dgm:t>
    </dgm:pt>
    <dgm:pt modelId="{BDFB809E-FD7A-4DFF-9A78-FBE54F8E1FD2}">
      <dgm:prSet custT="1"/>
      <dgm:spPr/>
      <dgm:t>
        <a:bodyPr/>
        <a:lstStyle/>
        <a:p>
          <a:r>
            <a:rPr lang="tr-TR" sz="1200">
              <a:solidFill>
                <a:schemeClr val="tx1"/>
              </a:solidFill>
            </a:rPr>
            <a:t>2.Sıcak Haddehane Müdürlüğü</a:t>
          </a:r>
          <a:endParaRPr lang="tr-TR" sz="1200" dirty="0">
            <a:solidFill>
              <a:schemeClr val="tx1"/>
            </a:solidFill>
          </a:endParaRPr>
        </a:p>
      </dgm:t>
    </dgm:pt>
    <dgm:pt modelId="{6A2D6B94-A4E0-4963-BF81-B66549508B64}" type="parTrans" cxnId="{FAF5F6AF-795A-4F1C-ACE8-D888CFF0A486}">
      <dgm:prSet custT="1"/>
      <dgm:spPr/>
      <dgm:t>
        <a:bodyPr/>
        <a:lstStyle/>
        <a:p>
          <a:endParaRPr lang="tr-TR" sz="1200">
            <a:solidFill>
              <a:schemeClr val="tx1"/>
            </a:solidFill>
          </a:endParaRPr>
        </a:p>
      </dgm:t>
    </dgm:pt>
    <dgm:pt modelId="{6DCE5687-AA10-4A36-967A-521DB18A2D75}" type="sibTrans" cxnId="{FAF5F6AF-795A-4F1C-ACE8-D888CFF0A486}">
      <dgm:prSet/>
      <dgm:spPr/>
      <dgm:t>
        <a:bodyPr/>
        <a:lstStyle/>
        <a:p>
          <a:endParaRPr lang="tr-TR" sz="1200">
            <a:solidFill>
              <a:schemeClr val="tx1"/>
            </a:solidFill>
          </a:endParaRPr>
        </a:p>
      </dgm:t>
    </dgm:pt>
    <dgm:pt modelId="{88F63212-C46B-479D-BD15-93E57A1B2430}">
      <dgm:prSet custT="1"/>
      <dgm:spPr/>
      <dgm:t>
        <a:bodyPr/>
        <a:lstStyle/>
        <a:p>
          <a:r>
            <a:rPr lang="tr-TR" sz="1200" dirty="0">
              <a:solidFill>
                <a:schemeClr val="tx1"/>
              </a:solidFill>
            </a:rPr>
            <a:t>Sağlık Müdürlüğü</a:t>
          </a:r>
        </a:p>
      </dgm:t>
    </dgm:pt>
    <dgm:pt modelId="{51A12CF0-EBCC-4998-98AE-EF546496E5AE}" type="parTrans" cxnId="{B38648FB-E943-4964-BE06-6526C21F2DA9}">
      <dgm:prSet custT="1"/>
      <dgm:spPr/>
      <dgm:t>
        <a:bodyPr/>
        <a:lstStyle/>
        <a:p>
          <a:endParaRPr lang="tr-TR" sz="1200">
            <a:solidFill>
              <a:schemeClr val="tx1"/>
            </a:solidFill>
          </a:endParaRPr>
        </a:p>
      </dgm:t>
    </dgm:pt>
    <dgm:pt modelId="{698F6564-0D9F-41AC-A707-84F1340D25ED}" type="sibTrans" cxnId="{B38648FB-E943-4964-BE06-6526C21F2DA9}">
      <dgm:prSet/>
      <dgm:spPr/>
      <dgm:t>
        <a:bodyPr/>
        <a:lstStyle/>
        <a:p>
          <a:endParaRPr lang="tr-TR" sz="1200">
            <a:solidFill>
              <a:schemeClr val="tx1"/>
            </a:solidFill>
          </a:endParaRPr>
        </a:p>
      </dgm:t>
    </dgm:pt>
    <dgm:pt modelId="{BA11CD3F-0B40-439B-80C0-55F98D8E80A9}">
      <dgm:prSet custT="1"/>
      <dgm:spPr/>
      <dgm:t>
        <a:bodyPr/>
        <a:lstStyle/>
        <a:p>
          <a:r>
            <a:rPr lang="tr-TR" sz="1200" dirty="0" err="1">
              <a:solidFill>
                <a:schemeClr val="tx1"/>
              </a:solidFill>
            </a:rPr>
            <a:t>Ambarlama</a:t>
          </a:r>
          <a:r>
            <a:rPr lang="tr-TR" sz="1200" dirty="0">
              <a:solidFill>
                <a:schemeClr val="tx1"/>
              </a:solidFill>
            </a:rPr>
            <a:t> ve Sevkiyat Müdürlüğü</a:t>
          </a:r>
        </a:p>
      </dgm:t>
    </dgm:pt>
    <dgm:pt modelId="{D7C727C3-56AF-4575-912A-A8592652C9AB}" type="parTrans" cxnId="{7E99B843-878B-4EB0-A03E-65F520A48A07}">
      <dgm:prSet custT="1"/>
      <dgm:spPr/>
      <dgm:t>
        <a:bodyPr/>
        <a:lstStyle/>
        <a:p>
          <a:endParaRPr lang="tr-TR" sz="1200">
            <a:solidFill>
              <a:schemeClr val="tx1"/>
            </a:solidFill>
          </a:endParaRPr>
        </a:p>
      </dgm:t>
    </dgm:pt>
    <dgm:pt modelId="{FFFB839C-416E-43AA-B71A-CAE3BC409418}" type="sibTrans" cxnId="{7E99B843-878B-4EB0-A03E-65F520A48A07}">
      <dgm:prSet/>
      <dgm:spPr/>
      <dgm:t>
        <a:bodyPr/>
        <a:lstStyle/>
        <a:p>
          <a:endParaRPr lang="tr-TR" sz="1200">
            <a:solidFill>
              <a:schemeClr val="tx1"/>
            </a:solidFill>
          </a:endParaRPr>
        </a:p>
      </dgm:t>
    </dgm:pt>
    <dgm:pt modelId="{D6460E7E-44F3-4043-A04E-DA7CF2793A8D}">
      <dgm:prSet custT="1"/>
      <dgm:spPr/>
      <dgm:t>
        <a:bodyPr/>
        <a:lstStyle/>
        <a:p>
          <a:r>
            <a:rPr lang="tr-TR" sz="1200" dirty="0">
              <a:solidFill>
                <a:schemeClr val="tx1"/>
              </a:solidFill>
            </a:rPr>
            <a:t>Üretim Planlama Müdürlüğü</a:t>
          </a:r>
        </a:p>
      </dgm:t>
    </dgm:pt>
    <dgm:pt modelId="{24B413C9-E37A-406B-BEAD-BD12FE5D7326}" type="parTrans" cxnId="{1036393B-2278-4FC4-8E9E-54D31D69D050}">
      <dgm:prSet custT="1"/>
      <dgm:spPr/>
      <dgm:t>
        <a:bodyPr/>
        <a:lstStyle/>
        <a:p>
          <a:endParaRPr lang="tr-TR" sz="1200">
            <a:solidFill>
              <a:schemeClr val="tx1"/>
            </a:solidFill>
          </a:endParaRPr>
        </a:p>
      </dgm:t>
    </dgm:pt>
    <dgm:pt modelId="{B8A99AB9-006F-4DA9-BB66-DF3585596364}" type="sibTrans" cxnId="{1036393B-2278-4FC4-8E9E-54D31D69D050}">
      <dgm:prSet/>
      <dgm:spPr/>
      <dgm:t>
        <a:bodyPr/>
        <a:lstStyle/>
        <a:p>
          <a:endParaRPr lang="tr-TR" sz="1200">
            <a:solidFill>
              <a:schemeClr val="tx1"/>
            </a:solidFill>
          </a:endParaRPr>
        </a:p>
      </dgm:t>
    </dgm:pt>
    <dgm:pt modelId="{A4C3C6A6-5A08-41E0-B4D6-B6A360DA961E}">
      <dgm:prSet phldrT="[Metin]" custT="1"/>
      <dgm:spPr/>
      <dgm:t>
        <a:bodyPr/>
        <a:lstStyle/>
        <a:p>
          <a:r>
            <a:rPr lang="tr-TR" sz="1200">
              <a:solidFill>
                <a:schemeClr val="tx1"/>
              </a:solidFill>
            </a:rPr>
            <a:t>Kok Fabrikası Müdürlüğü</a:t>
          </a:r>
          <a:endParaRPr lang="tr-TR" sz="1200" dirty="0">
            <a:solidFill>
              <a:schemeClr val="tx1"/>
            </a:solidFill>
          </a:endParaRPr>
        </a:p>
      </dgm:t>
    </dgm:pt>
    <dgm:pt modelId="{BDA00787-0E15-46CA-845E-9D0FF675B170}" type="sibTrans" cxnId="{17B58504-F845-47EA-965C-A6AFEB64B7A9}">
      <dgm:prSet/>
      <dgm:spPr/>
      <dgm:t>
        <a:bodyPr/>
        <a:lstStyle/>
        <a:p>
          <a:endParaRPr lang="tr-TR" sz="1200">
            <a:solidFill>
              <a:schemeClr val="tx1"/>
            </a:solidFill>
          </a:endParaRPr>
        </a:p>
      </dgm:t>
    </dgm:pt>
    <dgm:pt modelId="{972F7F1D-F771-4244-A9B5-75F0F8B0E61E}" type="parTrans" cxnId="{17B58504-F845-47EA-965C-A6AFEB64B7A9}">
      <dgm:prSet custT="1"/>
      <dgm:spPr/>
      <dgm:t>
        <a:bodyPr/>
        <a:lstStyle/>
        <a:p>
          <a:endParaRPr lang="tr-TR" sz="1200">
            <a:solidFill>
              <a:schemeClr val="tx1"/>
            </a:solidFill>
          </a:endParaRPr>
        </a:p>
      </dgm:t>
    </dgm:pt>
    <dgm:pt modelId="{C6E25A28-78EE-41C6-9BAE-5EF732AD4EBB}">
      <dgm:prSet custT="1"/>
      <dgm:spPr/>
      <dgm:t>
        <a:bodyPr/>
        <a:lstStyle/>
        <a:p>
          <a:r>
            <a:rPr lang="tr-TR" sz="1200">
              <a:solidFill>
                <a:schemeClr val="tx1"/>
              </a:solidFill>
            </a:rPr>
            <a:t>Pazarlama Müdürlüğü</a:t>
          </a:r>
          <a:endParaRPr lang="tr-TR" sz="1200" dirty="0">
            <a:solidFill>
              <a:schemeClr val="tx1"/>
            </a:solidFill>
          </a:endParaRPr>
        </a:p>
      </dgm:t>
    </dgm:pt>
    <dgm:pt modelId="{DD5C3D89-3DDE-4AE6-9292-A0AB52C78825}" type="parTrans" cxnId="{28F3B2C1-9E10-4CE2-BA3A-23111B15384F}">
      <dgm:prSet custT="1"/>
      <dgm:spPr/>
      <dgm:t>
        <a:bodyPr/>
        <a:lstStyle/>
        <a:p>
          <a:endParaRPr lang="tr-TR" sz="1200">
            <a:solidFill>
              <a:schemeClr val="tx1"/>
            </a:solidFill>
          </a:endParaRPr>
        </a:p>
      </dgm:t>
    </dgm:pt>
    <dgm:pt modelId="{C0720ADB-C157-4BD7-A9D7-F5C414EAA665}" type="sibTrans" cxnId="{28F3B2C1-9E10-4CE2-BA3A-23111B15384F}">
      <dgm:prSet/>
      <dgm:spPr/>
      <dgm:t>
        <a:bodyPr/>
        <a:lstStyle/>
        <a:p>
          <a:endParaRPr lang="tr-TR" sz="1200">
            <a:solidFill>
              <a:schemeClr val="tx1"/>
            </a:solidFill>
          </a:endParaRPr>
        </a:p>
      </dgm:t>
    </dgm:pt>
    <dgm:pt modelId="{33040C45-EFD4-4BAE-AF5F-BCE43E1F990E}" type="pres">
      <dgm:prSet presAssocID="{B18FFF88-17A8-4D2F-8ED9-B2DB98760064}" presName="Name0" presStyleCnt="0">
        <dgm:presLayoutVars>
          <dgm:chPref val="1"/>
          <dgm:dir/>
          <dgm:animOne val="branch"/>
          <dgm:animLvl val="lvl"/>
          <dgm:resizeHandles val="exact"/>
        </dgm:presLayoutVars>
      </dgm:prSet>
      <dgm:spPr/>
    </dgm:pt>
    <dgm:pt modelId="{9EEE239D-F8D5-4E35-8C8B-D5C5F34A0B68}" type="pres">
      <dgm:prSet presAssocID="{E4A301D0-4B42-4545-A79F-AD6575FEC273}" presName="root1" presStyleCnt="0"/>
      <dgm:spPr/>
    </dgm:pt>
    <dgm:pt modelId="{875679F0-D398-4427-BB74-FE0A0A22E527}" type="pres">
      <dgm:prSet presAssocID="{E4A301D0-4B42-4545-A79F-AD6575FEC273}" presName="LevelOneTextNode" presStyleLbl="node0" presStyleIdx="0" presStyleCnt="1" custScaleX="156775" custScaleY="121885">
        <dgm:presLayoutVars>
          <dgm:chPref val="3"/>
        </dgm:presLayoutVars>
      </dgm:prSet>
      <dgm:spPr>
        <a:xfrm rot="16200000">
          <a:off x="-748315" y="2269368"/>
          <a:ext cx="2435893" cy="595303"/>
        </a:xfrm>
        <a:prstGeom prst="rect">
          <a:avLst/>
        </a:prstGeom>
      </dgm:spPr>
    </dgm:pt>
    <dgm:pt modelId="{D2C1B22E-59B5-4B73-B525-C065D6DDF4D7}" type="pres">
      <dgm:prSet presAssocID="{E4A301D0-4B42-4545-A79F-AD6575FEC273}" presName="level2hierChild" presStyleCnt="0"/>
      <dgm:spPr/>
    </dgm:pt>
    <dgm:pt modelId="{4E738C57-32AA-48DE-9D32-4AB4D97778EE}" type="pres">
      <dgm:prSet presAssocID="{972F7F1D-F771-4244-A9B5-75F0F8B0E61E}" presName="conn2-1" presStyleLbl="parChTrans1D2" presStyleIdx="0" presStyleCnt="6"/>
      <dgm:spPr/>
    </dgm:pt>
    <dgm:pt modelId="{81AF5B24-1D26-48B5-A475-F0807C35EFA3}" type="pres">
      <dgm:prSet presAssocID="{972F7F1D-F771-4244-A9B5-75F0F8B0E61E}" presName="connTx" presStyleLbl="parChTrans1D2" presStyleIdx="0" presStyleCnt="6"/>
      <dgm:spPr/>
    </dgm:pt>
    <dgm:pt modelId="{ECBC894E-881E-4506-831D-C0EA4545DCB7}" type="pres">
      <dgm:prSet presAssocID="{A4C3C6A6-5A08-41E0-B4D6-B6A360DA961E}" presName="root2" presStyleCnt="0"/>
      <dgm:spPr/>
    </dgm:pt>
    <dgm:pt modelId="{3699AE75-3416-4F1B-856A-E2CD586485A3}" type="pres">
      <dgm:prSet presAssocID="{A4C3C6A6-5A08-41E0-B4D6-B6A360DA961E}" presName="LevelTwoTextNode" presStyleLbl="node2" presStyleIdx="0" presStyleCnt="6" custScaleX="158975" custLinFactNeighborX="5782">
        <dgm:presLayoutVars>
          <dgm:chPref val="3"/>
        </dgm:presLayoutVars>
      </dgm:prSet>
      <dgm:spPr/>
    </dgm:pt>
    <dgm:pt modelId="{86E9726F-9307-40FC-BAC0-7054C303346E}" type="pres">
      <dgm:prSet presAssocID="{A4C3C6A6-5A08-41E0-B4D6-B6A360DA961E}" presName="level3hierChild" presStyleCnt="0"/>
      <dgm:spPr/>
    </dgm:pt>
    <dgm:pt modelId="{6E87CE87-E1D5-408B-832C-C02CEF1E9FB9}" type="pres">
      <dgm:prSet presAssocID="{6A2D6B94-A4E0-4963-BF81-B66549508B64}" presName="conn2-1" presStyleLbl="parChTrans1D2" presStyleIdx="1" presStyleCnt="6"/>
      <dgm:spPr/>
    </dgm:pt>
    <dgm:pt modelId="{6CC0445A-0321-4374-869C-AB56AD1F086C}" type="pres">
      <dgm:prSet presAssocID="{6A2D6B94-A4E0-4963-BF81-B66549508B64}" presName="connTx" presStyleLbl="parChTrans1D2" presStyleIdx="1" presStyleCnt="6"/>
      <dgm:spPr/>
    </dgm:pt>
    <dgm:pt modelId="{14C6ACF3-323F-4747-91A9-17B480C74104}" type="pres">
      <dgm:prSet presAssocID="{BDFB809E-FD7A-4DFF-9A78-FBE54F8E1FD2}" presName="root2" presStyleCnt="0"/>
      <dgm:spPr/>
    </dgm:pt>
    <dgm:pt modelId="{1EEEC758-3B78-40B0-A6CD-6328E3691945}" type="pres">
      <dgm:prSet presAssocID="{BDFB809E-FD7A-4DFF-9A78-FBE54F8E1FD2}" presName="LevelTwoTextNode" presStyleLbl="node2" presStyleIdx="1" presStyleCnt="6" custScaleX="158975" custLinFactNeighborX="5782">
        <dgm:presLayoutVars>
          <dgm:chPref val="3"/>
        </dgm:presLayoutVars>
      </dgm:prSet>
      <dgm:spPr/>
    </dgm:pt>
    <dgm:pt modelId="{E1B877FA-C13F-491D-97B7-1B81163966E8}" type="pres">
      <dgm:prSet presAssocID="{BDFB809E-FD7A-4DFF-9A78-FBE54F8E1FD2}" presName="level3hierChild" presStyleCnt="0"/>
      <dgm:spPr/>
    </dgm:pt>
    <dgm:pt modelId="{645856EC-D131-4A16-823B-42B62D1ECD27}" type="pres">
      <dgm:prSet presAssocID="{51A12CF0-EBCC-4998-98AE-EF546496E5AE}" presName="conn2-1" presStyleLbl="parChTrans1D2" presStyleIdx="2" presStyleCnt="6"/>
      <dgm:spPr/>
    </dgm:pt>
    <dgm:pt modelId="{F6C0C7CE-A563-4E29-BCE8-6C006C8FAF27}" type="pres">
      <dgm:prSet presAssocID="{51A12CF0-EBCC-4998-98AE-EF546496E5AE}" presName="connTx" presStyleLbl="parChTrans1D2" presStyleIdx="2" presStyleCnt="6"/>
      <dgm:spPr/>
    </dgm:pt>
    <dgm:pt modelId="{8F302862-6B24-4C14-B2F1-2AC0B5321676}" type="pres">
      <dgm:prSet presAssocID="{88F63212-C46B-479D-BD15-93E57A1B2430}" presName="root2" presStyleCnt="0"/>
      <dgm:spPr/>
    </dgm:pt>
    <dgm:pt modelId="{8A8F39CE-090E-4E20-A284-EBCC2832DA5C}" type="pres">
      <dgm:prSet presAssocID="{88F63212-C46B-479D-BD15-93E57A1B2430}" presName="LevelTwoTextNode" presStyleLbl="node2" presStyleIdx="2" presStyleCnt="6" custScaleX="158975" custLinFactNeighborX="5782">
        <dgm:presLayoutVars>
          <dgm:chPref val="3"/>
        </dgm:presLayoutVars>
      </dgm:prSet>
      <dgm:spPr/>
    </dgm:pt>
    <dgm:pt modelId="{F8C20B0E-D000-4A5C-B5BD-28AD96AFF9A2}" type="pres">
      <dgm:prSet presAssocID="{88F63212-C46B-479D-BD15-93E57A1B2430}" presName="level3hierChild" presStyleCnt="0"/>
      <dgm:spPr/>
    </dgm:pt>
    <dgm:pt modelId="{A62C96AF-BBF5-4D8C-9EA4-301EE32DC5B3}" type="pres">
      <dgm:prSet presAssocID="{D7C727C3-56AF-4575-912A-A8592652C9AB}" presName="conn2-1" presStyleLbl="parChTrans1D2" presStyleIdx="3" presStyleCnt="6"/>
      <dgm:spPr/>
    </dgm:pt>
    <dgm:pt modelId="{EEE9D3EB-E875-403E-B8B4-AA9885EA9224}" type="pres">
      <dgm:prSet presAssocID="{D7C727C3-56AF-4575-912A-A8592652C9AB}" presName="connTx" presStyleLbl="parChTrans1D2" presStyleIdx="3" presStyleCnt="6"/>
      <dgm:spPr/>
    </dgm:pt>
    <dgm:pt modelId="{FD38814B-9458-4518-A7A2-5FC1A6642763}" type="pres">
      <dgm:prSet presAssocID="{BA11CD3F-0B40-439B-80C0-55F98D8E80A9}" presName="root2" presStyleCnt="0"/>
      <dgm:spPr/>
    </dgm:pt>
    <dgm:pt modelId="{1D52A30F-185D-43D8-8A55-7F90DC0525CC}" type="pres">
      <dgm:prSet presAssocID="{BA11CD3F-0B40-439B-80C0-55F98D8E80A9}" presName="LevelTwoTextNode" presStyleLbl="node2" presStyleIdx="3" presStyleCnt="6" custScaleX="158975" custLinFactNeighborX="5782">
        <dgm:presLayoutVars>
          <dgm:chPref val="3"/>
        </dgm:presLayoutVars>
      </dgm:prSet>
      <dgm:spPr/>
    </dgm:pt>
    <dgm:pt modelId="{94C1F155-47BD-4A6D-8552-1CEA0EBF74CA}" type="pres">
      <dgm:prSet presAssocID="{BA11CD3F-0B40-439B-80C0-55F98D8E80A9}" presName="level3hierChild" presStyleCnt="0"/>
      <dgm:spPr/>
    </dgm:pt>
    <dgm:pt modelId="{FF3C13A7-5508-4FB8-BDAA-62829030763A}" type="pres">
      <dgm:prSet presAssocID="{24B413C9-E37A-406B-BEAD-BD12FE5D7326}" presName="conn2-1" presStyleLbl="parChTrans1D2" presStyleIdx="4" presStyleCnt="6"/>
      <dgm:spPr/>
    </dgm:pt>
    <dgm:pt modelId="{FAE8516B-392E-4444-B827-7FC026EF9061}" type="pres">
      <dgm:prSet presAssocID="{24B413C9-E37A-406B-BEAD-BD12FE5D7326}" presName="connTx" presStyleLbl="parChTrans1D2" presStyleIdx="4" presStyleCnt="6"/>
      <dgm:spPr/>
    </dgm:pt>
    <dgm:pt modelId="{3E7A040E-71B0-4278-ACD8-9B43DF293FF9}" type="pres">
      <dgm:prSet presAssocID="{D6460E7E-44F3-4043-A04E-DA7CF2793A8D}" presName="root2" presStyleCnt="0"/>
      <dgm:spPr/>
    </dgm:pt>
    <dgm:pt modelId="{63E43885-E693-4B03-B9BA-43F8ACFCB924}" type="pres">
      <dgm:prSet presAssocID="{D6460E7E-44F3-4043-A04E-DA7CF2793A8D}" presName="LevelTwoTextNode" presStyleLbl="node2" presStyleIdx="4" presStyleCnt="6" custScaleX="158975" custLinFactNeighborX="5782">
        <dgm:presLayoutVars>
          <dgm:chPref val="3"/>
        </dgm:presLayoutVars>
      </dgm:prSet>
      <dgm:spPr/>
    </dgm:pt>
    <dgm:pt modelId="{DA80B73F-CEED-4FCD-BEFC-5D449E15F0EC}" type="pres">
      <dgm:prSet presAssocID="{D6460E7E-44F3-4043-A04E-DA7CF2793A8D}" presName="level3hierChild" presStyleCnt="0"/>
      <dgm:spPr/>
    </dgm:pt>
    <dgm:pt modelId="{22133C90-C9BE-486D-AE55-3D6D92F62CF3}" type="pres">
      <dgm:prSet presAssocID="{DD5C3D89-3DDE-4AE6-9292-A0AB52C78825}" presName="conn2-1" presStyleLbl="parChTrans1D2" presStyleIdx="5" presStyleCnt="6"/>
      <dgm:spPr/>
    </dgm:pt>
    <dgm:pt modelId="{3575F6DE-2F9B-47B2-ADFE-55BBC86698D8}" type="pres">
      <dgm:prSet presAssocID="{DD5C3D89-3DDE-4AE6-9292-A0AB52C78825}" presName="connTx" presStyleLbl="parChTrans1D2" presStyleIdx="5" presStyleCnt="6"/>
      <dgm:spPr/>
    </dgm:pt>
    <dgm:pt modelId="{7A1046E2-31EE-4616-B94F-2AF95D51CDB4}" type="pres">
      <dgm:prSet presAssocID="{C6E25A28-78EE-41C6-9BAE-5EF732AD4EBB}" presName="root2" presStyleCnt="0"/>
      <dgm:spPr/>
    </dgm:pt>
    <dgm:pt modelId="{72A7B4A5-5B44-4C53-BAA6-A8ECF6AD1D0E}" type="pres">
      <dgm:prSet presAssocID="{C6E25A28-78EE-41C6-9BAE-5EF732AD4EBB}" presName="LevelTwoTextNode" presStyleLbl="node2" presStyleIdx="5" presStyleCnt="6" custScaleX="158975" custLinFactNeighborX="5782">
        <dgm:presLayoutVars>
          <dgm:chPref val="3"/>
        </dgm:presLayoutVars>
      </dgm:prSet>
      <dgm:spPr/>
    </dgm:pt>
    <dgm:pt modelId="{49FA7EDC-2825-494E-9EF2-9AD4820AE4F1}" type="pres">
      <dgm:prSet presAssocID="{C6E25A28-78EE-41C6-9BAE-5EF732AD4EBB}" presName="level3hierChild" presStyleCnt="0"/>
      <dgm:spPr/>
    </dgm:pt>
  </dgm:ptLst>
  <dgm:cxnLst>
    <dgm:cxn modelId="{17B58504-F845-47EA-965C-A6AFEB64B7A9}" srcId="{E4A301D0-4B42-4545-A79F-AD6575FEC273}" destId="{A4C3C6A6-5A08-41E0-B4D6-B6A360DA961E}" srcOrd="0" destOrd="0" parTransId="{972F7F1D-F771-4244-A9B5-75F0F8B0E61E}" sibTransId="{BDA00787-0E15-46CA-845E-9D0FF675B170}"/>
    <dgm:cxn modelId="{910BDC10-4DCD-46DE-8306-1E37165E1100}" type="presOf" srcId="{DD5C3D89-3DDE-4AE6-9292-A0AB52C78825}" destId="{3575F6DE-2F9B-47B2-ADFE-55BBC86698D8}" srcOrd="1" destOrd="0" presId="urn:microsoft.com/office/officeart/2008/layout/HorizontalMultiLevelHierarchy"/>
    <dgm:cxn modelId="{33C9A113-3B8E-4121-8093-FC85EE0B52EC}" srcId="{B18FFF88-17A8-4D2F-8ED9-B2DB98760064}" destId="{E4A301D0-4B42-4545-A79F-AD6575FEC273}" srcOrd="0" destOrd="0" parTransId="{1CDD9C7B-151A-4358-B731-027D78826285}" sibTransId="{9D446891-403B-4D51-B26C-51E4CB0A6819}"/>
    <dgm:cxn modelId="{D05D5215-990A-47E4-A968-C324D42C0177}" type="presOf" srcId="{B18FFF88-17A8-4D2F-8ED9-B2DB98760064}" destId="{33040C45-EFD4-4BAE-AF5F-BCE43E1F990E}" srcOrd="0" destOrd="0" presId="urn:microsoft.com/office/officeart/2008/layout/HorizontalMultiLevelHierarchy"/>
    <dgm:cxn modelId="{664FBA25-8F8D-40BE-BA02-1BB035EAD298}" type="presOf" srcId="{A4C3C6A6-5A08-41E0-B4D6-B6A360DA961E}" destId="{3699AE75-3416-4F1B-856A-E2CD586485A3}" srcOrd="0" destOrd="0" presId="urn:microsoft.com/office/officeart/2008/layout/HorizontalMultiLevelHierarchy"/>
    <dgm:cxn modelId="{5D6B5826-0135-4A9D-A0FD-EFDF9FE9ED36}" type="presOf" srcId="{6A2D6B94-A4E0-4963-BF81-B66549508B64}" destId="{6CC0445A-0321-4374-869C-AB56AD1F086C}" srcOrd="1" destOrd="0" presId="urn:microsoft.com/office/officeart/2008/layout/HorizontalMultiLevelHierarchy"/>
    <dgm:cxn modelId="{1036393B-2278-4FC4-8E9E-54D31D69D050}" srcId="{E4A301D0-4B42-4545-A79F-AD6575FEC273}" destId="{D6460E7E-44F3-4043-A04E-DA7CF2793A8D}" srcOrd="4" destOrd="0" parTransId="{24B413C9-E37A-406B-BEAD-BD12FE5D7326}" sibTransId="{B8A99AB9-006F-4DA9-BB66-DF3585596364}"/>
    <dgm:cxn modelId="{7E99B843-878B-4EB0-A03E-65F520A48A07}" srcId="{E4A301D0-4B42-4545-A79F-AD6575FEC273}" destId="{BA11CD3F-0B40-439B-80C0-55F98D8E80A9}" srcOrd="3" destOrd="0" parTransId="{D7C727C3-56AF-4575-912A-A8592652C9AB}" sibTransId="{FFFB839C-416E-43AA-B71A-CAE3BC409418}"/>
    <dgm:cxn modelId="{0596706C-7F08-4B19-84AD-2C68DA42CC69}" type="presOf" srcId="{D6460E7E-44F3-4043-A04E-DA7CF2793A8D}" destId="{63E43885-E693-4B03-B9BA-43F8ACFCB924}" srcOrd="0" destOrd="0" presId="urn:microsoft.com/office/officeart/2008/layout/HorizontalMultiLevelHierarchy"/>
    <dgm:cxn modelId="{EC246270-D606-4CC7-9DCD-D56AB90B57EA}" type="presOf" srcId="{24B413C9-E37A-406B-BEAD-BD12FE5D7326}" destId="{FF3C13A7-5508-4FB8-BDAA-62829030763A}" srcOrd="0" destOrd="0" presId="urn:microsoft.com/office/officeart/2008/layout/HorizontalMultiLevelHierarchy"/>
    <dgm:cxn modelId="{AEC76C74-E44D-4DDB-911B-D93B6ED6AD2A}" type="presOf" srcId="{E4A301D0-4B42-4545-A79F-AD6575FEC273}" destId="{875679F0-D398-4427-BB74-FE0A0A22E527}" srcOrd="0" destOrd="0" presId="urn:microsoft.com/office/officeart/2008/layout/HorizontalMultiLevelHierarchy"/>
    <dgm:cxn modelId="{68097A58-28C0-438B-98F1-E0551EBA2460}" type="presOf" srcId="{972F7F1D-F771-4244-A9B5-75F0F8B0E61E}" destId="{81AF5B24-1D26-48B5-A475-F0807C35EFA3}" srcOrd="1" destOrd="0" presId="urn:microsoft.com/office/officeart/2008/layout/HorizontalMultiLevelHierarchy"/>
    <dgm:cxn modelId="{C3930583-D78F-493F-9106-4B15B26EB3FC}" type="presOf" srcId="{51A12CF0-EBCC-4998-98AE-EF546496E5AE}" destId="{F6C0C7CE-A563-4E29-BCE8-6C006C8FAF27}" srcOrd="1" destOrd="0" presId="urn:microsoft.com/office/officeart/2008/layout/HorizontalMultiLevelHierarchy"/>
    <dgm:cxn modelId="{4AB60C85-3076-4A86-91F6-D8E19F089DAC}" type="presOf" srcId="{24B413C9-E37A-406B-BEAD-BD12FE5D7326}" destId="{FAE8516B-392E-4444-B827-7FC026EF9061}" srcOrd="1" destOrd="0" presId="urn:microsoft.com/office/officeart/2008/layout/HorizontalMultiLevelHierarchy"/>
    <dgm:cxn modelId="{A39FEA85-0031-457F-AFBE-7A36B92A7323}" type="presOf" srcId="{DD5C3D89-3DDE-4AE6-9292-A0AB52C78825}" destId="{22133C90-C9BE-486D-AE55-3D6D92F62CF3}" srcOrd="0" destOrd="0" presId="urn:microsoft.com/office/officeart/2008/layout/HorizontalMultiLevelHierarchy"/>
    <dgm:cxn modelId="{1EB36690-17D3-4B5E-A825-ADD6F469C232}" type="presOf" srcId="{88F63212-C46B-479D-BD15-93E57A1B2430}" destId="{8A8F39CE-090E-4E20-A284-EBCC2832DA5C}" srcOrd="0" destOrd="0" presId="urn:microsoft.com/office/officeart/2008/layout/HorizontalMultiLevelHierarchy"/>
    <dgm:cxn modelId="{7A1BBD97-BB1F-4CE2-8BFA-E51B80FAEAA7}" type="presOf" srcId="{C6E25A28-78EE-41C6-9BAE-5EF732AD4EBB}" destId="{72A7B4A5-5B44-4C53-BAA6-A8ECF6AD1D0E}" srcOrd="0" destOrd="0" presId="urn:microsoft.com/office/officeart/2008/layout/HorizontalMultiLevelHierarchy"/>
    <dgm:cxn modelId="{2DD32E9A-B410-4609-9626-EA6257415925}" type="presOf" srcId="{BDFB809E-FD7A-4DFF-9A78-FBE54F8E1FD2}" destId="{1EEEC758-3B78-40B0-A6CD-6328E3691945}" srcOrd="0" destOrd="0" presId="urn:microsoft.com/office/officeart/2008/layout/HorizontalMultiLevelHierarchy"/>
    <dgm:cxn modelId="{9807F59E-DD47-45F4-89A6-072A042ADAF0}" type="presOf" srcId="{972F7F1D-F771-4244-A9B5-75F0F8B0E61E}" destId="{4E738C57-32AA-48DE-9D32-4AB4D97778EE}" srcOrd="0" destOrd="0" presId="urn:microsoft.com/office/officeart/2008/layout/HorizontalMultiLevelHierarchy"/>
    <dgm:cxn modelId="{FAF5F6AF-795A-4F1C-ACE8-D888CFF0A486}" srcId="{E4A301D0-4B42-4545-A79F-AD6575FEC273}" destId="{BDFB809E-FD7A-4DFF-9A78-FBE54F8E1FD2}" srcOrd="1" destOrd="0" parTransId="{6A2D6B94-A4E0-4963-BF81-B66549508B64}" sibTransId="{6DCE5687-AA10-4A36-967A-521DB18A2D75}"/>
    <dgm:cxn modelId="{709A5EB5-D6C1-4732-8A2C-6E6D8EF6E0C5}" type="presOf" srcId="{D7C727C3-56AF-4575-912A-A8592652C9AB}" destId="{EEE9D3EB-E875-403E-B8B4-AA9885EA9224}" srcOrd="1" destOrd="0" presId="urn:microsoft.com/office/officeart/2008/layout/HorizontalMultiLevelHierarchy"/>
    <dgm:cxn modelId="{28F3B2C1-9E10-4CE2-BA3A-23111B15384F}" srcId="{E4A301D0-4B42-4545-A79F-AD6575FEC273}" destId="{C6E25A28-78EE-41C6-9BAE-5EF732AD4EBB}" srcOrd="5" destOrd="0" parTransId="{DD5C3D89-3DDE-4AE6-9292-A0AB52C78825}" sibTransId="{C0720ADB-C157-4BD7-A9D7-F5C414EAA665}"/>
    <dgm:cxn modelId="{5F75D6C4-FE39-400F-AA12-947DD2A70748}" type="presOf" srcId="{BA11CD3F-0B40-439B-80C0-55F98D8E80A9}" destId="{1D52A30F-185D-43D8-8A55-7F90DC0525CC}" srcOrd="0" destOrd="0" presId="urn:microsoft.com/office/officeart/2008/layout/HorizontalMultiLevelHierarchy"/>
    <dgm:cxn modelId="{E813D6C7-1D12-4A02-96B1-719EB2AAB076}" type="presOf" srcId="{D7C727C3-56AF-4575-912A-A8592652C9AB}" destId="{A62C96AF-BBF5-4D8C-9EA4-301EE32DC5B3}" srcOrd="0" destOrd="0" presId="urn:microsoft.com/office/officeart/2008/layout/HorizontalMultiLevelHierarchy"/>
    <dgm:cxn modelId="{B25EF4C7-0DA2-4E70-99EC-75EB362B3D5C}" type="presOf" srcId="{51A12CF0-EBCC-4998-98AE-EF546496E5AE}" destId="{645856EC-D131-4A16-823B-42B62D1ECD27}" srcOrd="0" destOrd="0" presId="urn:microsoft.com/office/officeart/2008/layout/HorizontalMultiLevelHierarchy"/>
    <dgm:cxn modelId="{8E1C7EE2-34AE-4301-939E-CFC283D1BB12}" type="presOf" srcId="{6A2D6B94-A4E0-4963-BF81-B66549508B64}" destId="{6E87CE87-E1D5-408B-832C-C02CEF1E9FB9}" srcOrd="0" destOrd="0" presId="urn:microsoft.com/office/officeart/2008/layout/HorizontalMultiLevelHierarchy"/>
    <dgm:cxn modelId="{B38648FB-E943-4964-BE06-6526C21F2DA9}" srcId="{E4A301D0-4B42-4545-A79F-AD6575FEC273}" destId="{88F63212-C46B-479D-BD15-93E57A1B2430}" srcOrd="2" destOrd="0" parTransId="{51A12CF0-EBCC-4998-98AE-EF546496E5AE}" sibTransId="{698F6564-0D9F-41AC-A707-84F1340D25ED}"/>
    <dgm:cxn modelId="{3BD3D601-E673-4155-BD71-D9E12F01C048}" type="presParOf" srcId="{33040C45-EFD4-4BAE-AF5F-BCE43E1F990E}" destId="{9EEE239D-F8D5-4E35-8C8B-D5C5F34A0B68}" srcOrd="0" destOrd="0" presId="urn:microsoft.com/office/officeart/2008/layout/HorizontalMultiLevelHierarchy"/>
    <dgm:cxn modelId="{33D9D5A8-280B-4617-A367-D4C0EFA30827}" type="presParOf" srcId="{9EEE239D-F8D5-4E35-8C8B-D5C5F34A0B68}" destId="{875679F0-D398-4427-BB74-FE0A0A22E527}" srcOrd="0" destOrd="0" presId="urn:microsoft.com/office/officeart/2008/layout/HorizontalMultiLevelHierarchy"/>
    <dgm:cxn modelId="{AD7C237E-B08B-467B-9A78-EF4A7331AA71}" type="presParOf" srcId="{9EEE239D-F8D5-4E35-8C8B-D5C5F34A0B68}" destId="{D2C1B22E-59B5-4B73-B525-C065D6DDF4D7}" srcOrd="1" destOrd="0" presId="urn:microsoft.com/office/officeart/2008/layout/HorizontalMultiLevelHierarchy"/>
    <dgm:cxn modelId="{703AF9D8-211B-4DF6-9A00-20CBC30C9F11}" type="presParOf" srcId="{D2C1B22E-59B5-4B73-B525-C065D6DDF4D7}" destId="{4E738C57-32AA-48DE-9D32-4AB4D97778EE}" srcOrd="0" destOrd="0" presId="urn:microsoft.com/office/officeart/2008/layout/HorizontalMultiLevelHierarchy"/>
    <dgm:cxn modelId="{459608B2-AF5E-49FF-941F-BB78CC8CA412}" type="presParOf" srcId="{4E738C57-32AA-48DE-9D32-4AB4D97778EE}" destId="{81AF5B24-1D26-48B5-A475-F0807C35EFA3}" srcOrd="0" destOrd="0" presId="urn:microsoft.com/office/officeart/2008/layout/HorizontalMultiLevelHierarchy"/>
    <dgm:cxn modelId="{E6D5CD5E-F32A-4C87-83C0-68DA2FAE1125}" type="presParOf" srcId="{D2C1B22E-59B5-4B73-B525-C065D6DDF4D7}" destId="{ECBC894E-881E-4506-831D-C0EA4545DCB7}" srcOrd="1" destOrd="0" presId="urn:microsoft.com/office/officeart/2008/layout/HorizontalMultiLevelHierarchy"/>
    <dgm:cxn modelId="{571F3658-3202-4B4D-A352-E0F4E66BC480}" type="presParOf" srcId="{ECBC894E-881E-4506-831D-C0EA4545DCB7}" destId="{3699AE75-3416-4F1B-856A-E2CD586485A3}" srcOrd="0" destOrd="0" presId="urn:microsoft.com/office/officeart/2008/layout/HorizontalMultiLevelHierarchy"/>
    <dgm:cxn modelId="{EE4CC75C-B14F-4392-A224-1B155FF8F65E}" type="presParOf" srcId="{ECBC894E-881E-4506-831D-C0EA4545DCB7}" destId="{86E9726F-9307-40FC-BAC0-7054C303346E}" srcOrd="1" destOrd="0" presId="urn:microsoft.com/office/officeart/2008/layout/HorizontalMultiLevelHierarchy"/>
    <dgm:cxn modelId="{4999F6C6-AB1E-42CD-9003-863620D97B0C}" type="presParOf" srcId="{D2C1B22E-59B5-4B73-B525-C065D6DDF4D7}" destId="{6E87CE87-E1D5-408B-832C-C02CEF1E9FB9}" srcOrd="2" destOrd="0" presId="urn:microsoft.com/office/officeart/2008/layout/HorizontalMultiLevelHierarchy"/>
    <dgm:cxn modelId="{D138965E-F52B-429B-ACCA-087734C37D54}" type="presParOf" srcId="{6E87CE87-E1D5-408B-832C-C02CEF1E9FB9}" destId="{6CC0445A-0321-4374-869C-AB56AD1F086C}" srcOrd="0" destOrd="0" presId="urn:microsoft.com/office/officeart/2008/layout/HorizontalMultiLevelHierarchy"/>
    <dgm:cxn modelId="{2261F98D-8909-41C6-8567-4032F6695C1D}" type="presParOf" srcId="{D2C1B22E-59B5-4B73-B525-C065D6DDF4D7}" destId="{14C6ACF3-323F-4747-91A9-17B480C74104}" srcOrd="3" destOrd="0" presId="urn:microsoft.com/office/officeart/2008/layout/HorizontalMultiLevelHierarchy"/>
    <dgm:cxn modelId="{90190D7B-DA50-4D28-9208-8E3E25CFE768}" type="presParOf" srcId="{14C6ACF3-323F-4747-91A9-17B480C74104}" destId="{1EEEC758-3B78-40B0-A6CD-6328E3691945}" srcOrd="0" destOrd="0" presId="urn:microsoft.com/office/officeart/2008/layout/HorizontalMultiLevelHierarchy"/>
    <dgm:cxn modelId="{554ACC9D-56DB-484E-9970-FA3435D2D98D}" type="presParOf" srcId="{14C6ACF3-323F-4747-91A9-17B480C74104}" destId="{E1B877FA-C13F-491D-97B7-1B81163966E8}" srcOrd="1" destOrd="0" presId="urn:microsoft.com/office/officeart/2008/layout/HorizontalMultiLevelHierarchy"/>
    <dgm:cxn modelId="{1FC2BDA7-B126-42F4-BB8C-9B689FCA1E86}" type="presParOf" srcId="{D2C1B22E-59B5-4B73-B525-C065D6DDF4D7}" destId="{645856EC-D131-4A16-823B-42B62D1ECD27}" srcOrd="4" destOrd="0" presId="urn:microsoft.com/office/officeart/2008/layout/HorizontalMultiLevelHierarchy"/>
    <dgm:cxn modelId="{CB5DED1E-F901-4D6C-994C-59AF5CEB2F81}" type="presParOf" srcId="{645856EC-D131-4A16-823B-42B62D1ECD27}" destId="{F6C0C7CE-A563-4E29-BCE8-6C006C8FAF27}" srcOrd="0" destOrd="0" presId="urn:microsoft.com/office/officeart/2008/layout/HorizontalMultiLevelHierarchy"/>
    <dgm:cxn modelId="{471434B8-470A-43BA-922F-33BECB69DF4B}" type="presParOf" srcId="{D2C1B22E-59B5-4B73-B525-C065D6DDF4D7}" destId="{8F302862-6B24-4C14-B2F1-2AC0B5321676}" srcOrd="5" destOrd="0" presId="urn:microsoft.com/office/officeart/2008/layout/HorizontalMultiLevelHierarchy"/>
    <dgm:cxn modelId="{0FCCFF44-5373-4C4C-BFE0-D7E530984B51}" type="presParOf" srcId="{8F302862-6B24-4C14-B2F1-2AC0B5321676}" destId="{8A8F39CE-090E-4E20-A284-EBCC2832DA5C}" srcOrd="0" destOrd="0" presId="urn:microsoft.com/office/officeart/2008/layout/HorizontalMultiLevelHierarchy"/>
    <dgm:cxn modelId="{48D9FFF9-A8BF-4655-AAF2-439C6C95BF22}" type="presParOf" srcId="{8F302862-6B24-4C14-B2F1-2AC0B5321676}" destId="{F8C20B0E-D000-4A5C-B5BD-28AD96AFF9A2}" srcOrd="1" destOrd="0" presId="urn:microsoft.com/office/officeart/2008/layout/HorizontalMultiLevelHierarchy"/>
    <dgm:cxn modelId="{5D043AB0-63B5-46CD-B88E-B1B6B95732D8}" type="presParOf" srcId="{D2C1B22E-59B5-4B73-B525-C065D6DDF4D7}" destId="{A62C96AF-BBF5-4D8C-9EA4-301EE32DC5B3}" srcOrd="6" destOrd="0" presId="urn:microsoft.com/office/officeart/2008/layout/HorizontalMultiLevelHierarchy"/>
    <dgm:cxn modelId="{9AE48A93-37A9-4C2F-820A-9A5B8A3FD41F}" type="presParOf" srcId="{A62C96AF-BBF5-4D8C-9EA4-301EE32DC5B3}" destId="{EEE9D3EB-E875-403E-B8B4-AA9885EA9224}" srcOrd="0" destOrd="0" presId="urn:microsoft.com/office/officeart/2008/layout/HorizontalMultiLevelHierarchy"/>
    <dgm:cxn modelId="{1FA60D35-6644-4BC7-AEA3-C2F30143D759}" type="presParOf" srcId="{D2C1B22E-59B5-4B73-B525-C065D6DDF4D7}" destId="{FD38814B-9458-4518-A7A2-5FC1A6642763}" srcOrd="7" destOrd="0" presId="urn:microsoft.com/office/officeart/2008/layout/HorizontalMultiLevelHierarchy"/>
    <dgm:cxn modelId="{1AF4C5F0-F253-4690-B355-9DA90D215B2A}" type="presParOf" srcId="{FD38814B-9458-4518-A7A2-5FC1A6642763}" destId="{1D52A30F-185D-43D8-8A55-7F90DC0525CC}" srcOrd="0" destOrd="0" presId="urn:microsoft.com/office/officeart/2008/layout/HorizontalMultiLevelHierarchy"/>
    <dgm:cxn modelId="{C90AF666-0A60-4565-99AF-C33452F95A54}" type="presParOf" srcId="{FD38814B-9458-4518-A7A2-5FC1A6642763}" destId="{94C1F155-47BD-4A6D-8552-1CEA0EBF74CA}" srcOrd="1" destOrd="0" presId="urn:microsoft.com/office/officeart/2008/layout/HorizontalMultiLevelHierarchy"/>
    <dgm:cxn modelId="{2B9AE269-D195-4D0F-AE8B-A5CE699B24EF}" type="presParOf" srcId="{D2C1B22E-59B5-4B73-B525-C065D6DDF4D7}" destId="{FF3C13A7-5508-4FB8-BDAA-62829030763A}" srcOrd="8" destOrd="0" presId="urn:microsoft.com/office/officeart/2008/layout/HorizontalMultiLevelHierarchy"/>
    <dgm:cxn modelId="{5A75B8F0-1F8D-4DEA-AC8B-9300227EF707}" type="presParOf" srcId="{FF3C13A7-5508-4FB8-BDAA-62829030763A}" destId="{FAE8516B-392E-4444-B827-7FC026EF9061}" srcOrd="0" destOrd="0" presId="urn:microsoft.com/office/officeart/2008/layout/HorizontalMultiLevelHierarchy"/>
    <dgm:cxn modelId="{E2762F3E-0D46-40CD-AB6F-6A117692513B}" type="presParOf" srcId="{D2C1B22E-59B5-4B73-B525-C065D6DDF4D7}" destId="{3E7A040E-71B0-4278-ACD8-9B43DF293FF9}" srcOrd="9" destOrd="0" presId="urn:microsoft.com/office/officeart/2008/layout/HorizontalMultiLevelHierarchy"/>
    <dgm:cxn modelId="{D3D7DC01-6EC7-462F-8B44-422DC133C249}" type="presParOf" srcId="{3E7A040E-71B0-4278-ACD8-9B43DF293FF9}" destId="{63E43885-E693-4B03-B9BA-43F8ACFCB924}" srcOrd="0" destOrd="0" presId="urn:microsoft.com/office/officeart/2008/layout/HorizontalMultiLevelHierarchy"/>
    <dgm:cxn modelId="{8FAF64E5-B175-40E7-8433-019A4959C380}" type="presParOf" srcId="{3E7A040E-71B0-4278-ACD8-9B43DF293FF9}" destId="{DA80B73F-CEED-4FCD-BEFC-5D449E15F0EC}" srcOrd="1" destOrd="0" presId="urn:microsoft.com/office/officeart/2008/layout/HorizontalMultiLevelHierarchy"/>
    <dgm:cxn modelId="{9D385C9B-DE94-4934-94AF-F3B94D75029A}" type="presParOf" srcId="{D2C1B22E-59B5-4B73-B525-C065D6DDF4D7}" destId="{22133C90-C9BE-486D-AE55-3D6D92F62CF3}" srcOrd="10" destOrd="0" presId="urn:microsoft.com/office/officeart/2008/layout/HorizontalMultiLevelHierarchy"/>
    <dgm:cxn modelId="{5740D749-374F-44C4-A207-192F54D1911F}" type="presParOf" srcId="{22133C90-C9BE-486D-AE55-3D6D92F62CF3}" destId="{3575F6DE-2F9B-47B2-ADFE-55BBC86698D8}" srcOrd="0" destOrd="0" presId="urn:microsoft.com/office/officeart/2008/layout/HorizontalMultiLevelHierarchy"/>
    <dgm:cxn modelId="{BE60CA38-BF7B-49A8-B9BC-A7DDF8845F2C}" type="presParOf" srcId="{D2C1B22E-59B5-4B73-B525-C065D6DDF4D7}" destId="{7A1046E2-31EE-4616-B94F-2AF95D51CDB4}" srcOrd="11" destOrd="0" presId="urn:microsoft.com/office/officeart/2008/layout/HorizontalMultiLevelHierarchy"/>
    <dgm:cxn modelId="{9B93E35F-AE2D-4DF7-9A05-F2E12B9B2276}" type="presParOf" srcId="{7A1046E2-31EE-4616-B94F-2AF95D51CDB4}" destId="{72A7B4A5-5B44-4C53-BAA6-A8ECF6AD1D0E}" srcOrd="0" destOrd="0" presId="urn:microsoft.com/office/officeart/2008/layout/HorizontalMultiLevelHierarchy"/>
    <dgm:cxn modelId="{A622E9B1-535F-46A2-826E-17CB016E2127}" type="presParOf" srcId="{7A1046E2-31EE-4616-B94F-2AF95D51CDB4}" destId="{49FA7EDC-2825-494E-9EF2-9AD4820AE4F1}" srcOrd="1" destOrd="0" presId="urn:microsoft.com/office/officeart/2008/layout/HorizontalMultiLevelHierarchy"/>
  </dgm:cxnLst>
  <dgm:bg>
    <a:noFill/>
  </dgm:bg>
  <dgm:whole/>
  <dgm:extLst>
    <a:ext uri="http://schemas.microsoft.com/office/drawing/2008/diagram">
      <dsp:dataModelExt xmlns:dsp="http://schemas.microsoft.com/office/drawing/2008/diagram" relId="rId22" minVer="http://schemas.openxmlformats.org/drawingml/2006/diagram"/>
    </a:ext>
    <a:ext uri="{C62137D5-CB1D-491B-B009-E17868A290BF}">
      <dgm14:recolorImg xmlns:dgm14="http://schemas.microsoft.com/office/drawing/2010/diagram" val="1"/>
    </a:ext>
  </dgm:extLst>
</dgm:dataModel>
</file>

<file path=ppt/diagrams/data10.xml><?xml version="1.0" encoding="utf-8"?>
<dgm:dataModel xmlns:dgm="http://schemas.openxmlformats.org/drawingml/2006/diagram" xmlns:a="http://schemas.openxmlformats.org/drawingml/2006/main">
  <dgm:ptLst>
    <dgm:pt modelId="{1BA2FC0A-1561-470C-849A-764224DACE04}" type="doc">
      <dgm:prSet loTypeId="urn:microsoft.com/office/officeart/2005/8/layout/chevron2" loCatId="list" qsTypeId="urn:microsoft.com/office/officeart/2005/8/quickstyle/simple1" qsCatId="simple" csTypeId="urn:microsoft.com/office/officeart/2005/8/colors/colorful5" csCatId="colorful" phldr="1"/>
      <dgm:spPr/>
      <dgm:t>
        <a:bodyPr/>
        <a:lstStyle/>
        <a:p>
          <a:endParaRPr lang="tr-TR"/>
        </a:p>
      </dgm:t>
    </dgm:pt>
    <dgm:pt modelId="{9C6F06DE-0F6C-4120-91F5-0AD824DB4956}">
      <dgm:prSet phldrT="[Metin]" custT="1"/>
      <dgm:spPr/>
      <dgm:t>
        <a:bodyPr/>
        <a:lstStyle/>
        <a:p>
          <a:r>
            <a:rPr lang="tr-TR" sz="1800" dirty="0"/>
            <a:t>Saha Üniteleri Puan Hesabı</a:t>
          </a:r>
        </a:p>
      </dgm:t>
    </dgm:pt>
    <dgm:pt modelId="{10303524-F793-480B-B589-64F9943F29E8}" type="parTrans" cxnId="{59C5210C-E0FF-4C19-A571-9364859870D6}">
      <dgm:prSet/>
      <dgm:spPr/>
      <dgm:t>
        <a:bodyPr/>
        <a:lstStyle/>
        <a:p>
          <a:endParaRPr lang="tr-TR" sz="1600"/>
        </a:p>
      </dgm:t>
    </dgm:pt>
    <dgm:pt modelId="{2EDD90F5-9B29-4B58-9F17-0393560D4CB0}" type="sibTrans" cxnId="{59C5210C-E0FF-4C19-A571-9364859870D6}">
      <dgm:prSet/>
      <dgm:spPr/>
      <dgm:t>
        <a:bodyPr/>
        <a:lstStyle/>
        <a:p>
          <a:endParaRPr lang="tr-TR" sz="1600"/>
        </a:p>
      </dgm:t>
    </dgm:pt>
    <dgm:pt modelId="{F5A93149-F79B-457D-8177-0B525821FD9A}">
      <dgm:prSet phldrT="[Metin]" custT="1"/>
      <dgm:spPr/>
      <dgm:t>
        <a:bodyPr/>
        <a:lstStyle/>
        <a:p>
          <a:r>
            <a:rPr lang="tr-TR" sz="1800" dirty="0"/>
            <a:t>Ofis Üniteleri Puan Hesabı</a:t>
          </a:r>
        </a:p>
      </dgm:t>
    </dgm:pt>
    <dgm:pt modelId="{66BD2E1F-178E-4D83-A0AD-693E8B7E4C11}" type="parTrans" cxnId="{DF375B0B-A3CC-4DBD-B8EA-3ACEF91CCC84}">
      <dgm:prSet/>
      <dgm:spPr/>
      <dgm:t>
        <a:bodyPr/>
        <a:lstStyle/>
        <a:p>
          <a:endParaRPr lang="tr-TR" sz="1600"/>
        </a:p>
      </dgm:t>
    </dgm:pt>
    <dgm:pt modelId="{09F1CB81-025D-4B10-B111-8679ED3BC1B3}" type="sibTrans" cxnId="{DF375B0B-A3CC-4DBD-B8EA-3ACEF91CCC84}">
      <dgm:prSet/>
      <dgm:spPr/>
      <dgm:t>
        <a:bodyPr/>
        <a:lstStyle/>
        <a:p>
          <a:endParaRPr lang="tr-TR" sz="1600"/>
        </a:p>
      </dgm:t>
    </dgm:pt>
    <dgm:pt modelId="{56D504D1-336A-4F60-8789-686D96CAFC5D}">
      <dgm:prSet phldrT="[Metin]" custT="1"/>
      <dgm:spPr>
        <a:effectLst/>
      </dgm:spPr>
      <dgm:t>
        <a:bodyPr/>
        <a:lstStyle/>
        <a:p>
          <a:r>
            <a:rPr lang="tr-TR" sz="1600" dirty="0"/>
            <a:t>Her iki mavi bayrak tetkikinin toplam uygunsuzluk sayısı hesaplanır. </a:t>
          </a:r>
          <a:r>
            <a:rPr lang="tr-TR" sz="1600" dirty="0" err="1"/>
            <a:t>Başmühendislik</a:t>
          </a:r>
          <a:r>
            <a:rPr lang="tr-TR" sz="1600" dirty="0"/>
            <a:t> başına düşen ortalama uygunsuzluk sayısına göre yanda ki tablodan Uygunsuzluk Puanı hesaplanır. </a:t>
          </a:r>
        </a:p>
      </dgm:t>
    </dgm:pt>
    <dgm:pt modelId="{7ECBE47C-BEA3-4AFD-9F41-49E0AECE776C}" type="parTrans" cxnId="{62C1DD05-3DC2-4D4D-B16D-D65011379D5A}">
      <dgm:prSet/>
      <dgm:spPr/>
      <dgm:t>
        <a:bodyPr/>
        <a:lstStyle/>
        <a:p>
          <a:endParaRPr lang="tr-TR" sz="1600"/>
        </a:p>
      </dgm:t>
    </dgm:pt>
    <dgm:pt modelId="{755517BF-11BD-429C-AEAD-040EA6E2C645}" type="sibTrans" cxnId="{62C1DD05-3DC2-4D4D-B16D-D65011379D5A}">
      <dgm:prSet/>
      <dgm:spPr/>
      <dgm:t>
        <a:bodyPr/>
        <a:lstStyle/>
        <a:p>
          <a:endParaRPr lang="tr-TR" sz="1600"/>
        </a:p>
      </dgm:t>
    </dgm:pt>
    <dgm:pt modelId="{6E7CB019-935D-4336-9C67-946E56A36486}">
      <dgm:prSet phldrT="[Metin]" custT="1"/>
      <dgm:spPr>
        <a:effectLst/>
      </dgm:spPr>
      <dgm:t>
        <a:bodyPr/>
        <a:lstStyle/>
        <a:p>
          <a:r>
            <a:rPr lang="tr-TR" sz="1600" dirty="0"/>
            <a:t>Müdürlüğün uygunsuzluk tamamlama oranı hesaplanır. (Üniteye bağlı başmühendisliklerin-birimlerin Toplam Tamamlanan Uygunsuzluk Sayısı / Üniteye bağlı başmühendisliklerin-birimlerin Toplam Uygunsuzluk Sayısı</a:t>
          </a:r>
        </a:p>
      </dgm:t>
    </dgm:pt>
    <dgm:pt modelId="{A57B35F7-3EB1-4947-A9B9-C5F3A2ED0A4C}" type="parTrans" cxnId="{4D3807B8-0CF1-42C2-AE93-838847689D2E}">
      <dgm:prSet/>
      <dgm:spPr/>
      <dgm:t>
        <a:bodyPr/>
        <a:lstStyle/>
        <a:p>
          <a:endParaRPr lang="tr-TR" sz="1600"/>
        </a:p>
      </dgm:t>
    </dgm:pt>
    <dgm:pt modelId="{88D2ACBE-A372-445A-9D59-4D09E9DEFF55}" type="sibTrans" cxnId="{4D3807B8-0CF1-42C2-AE93-838847689D2E}">
      <dgm:prSet/>
      <dgm:spPr/>
      <dgm:t>
        <a:bodyPr/>
        <a:lstStyle/>
        <a:p>
          <a:endParaRPr lang="tr-TR" sz="1600"/>
        </a:p>
      </dgm:t>
    </dgm:pt>
    <dgm:pt modelId="{A6F7FF6D-BA98-4AB8-A60B-0529BAFA2A3B}">
      <dgm:prSet phldrT="[Metin]" custT="1"/>
      <dgm:spPr>
        <a:effectLst/>
      </dgm:spPr>
      <dgm:t>
        <a:bodyPr/>
        <a:lstStyle/>
        <a:p>
          <a:r>
            <a:rPr lang="tr-TR" sz="1600" dirty="0"/>
            <a:t>5S Mavi Bayrak Puanı yukarıda hesaplanan iki puanın ortalamasıdır. </a:t>
          </a:r>
        </a:p>
      </dgm:t>
    </dgm:pt>
    <dgm:pt modelId="{F73A95A1-ED5C-4721-B856-EA8C5DE450E7}" type="parTrans" cxnId="{6F4B3BB4-8EAA-467B-B663-E1E2A7BFFF45}">
      <dgm:prSet/>
      <dgm:spPr/>
      <dgm:t>
        <a:bodyPr/>
        <a:lstStyle/>
        <a:p>
          <a:endParaRPr lang="tr-TR" sz="1600"/>
        </a:p>
      </dgm:t>
    </dgm:pt>
    <dgm:pt modelId="{039E7DDC-A5BC-4CD9-AC05-FC3E99C35C5E}" type="sibTrans" cxnId="{6F4B3BB4-8EAA-467B-B663-E1E2A7BFFF45}">
      <dgm:prSet/>
      <dgm:spPr/>
      <dgm:t>
        <a:bodyPr/>
        <a:lstStyle/>
        <a:p>
          <a:endParaRPr lang="tr-TR" sz="1600"/>
        </a:p>
      </dgm:t>
    </dgm:pt>
    <dgm:pt modelId="{CD1DC85D-1ACF-4240-BFD5-8B3123BAB889}">
      <dgm:prSet phldrT="[Metin]" custT="1"/>
      <dgm:spPr/>
      <dgm:t>
        <a:bodyPr/>
        <a:lstStyle/>
        <a:p>
          <a:r>
            <a:rPr lang="tr-TR" sz="1600" dirty="0"/>
            <a:t>Her iki mavi bayrak tetkikinin toplam uygunsuzluk sayısı hesaplanır. Uygunsuzluk sayısına göre yandaki tablodan Uygunsuzluk Puanı hesaplanır. Müdürlüğün uygunsuzluk tamamlama oranı hesaplanır.</a:t>
          </a:r>
        </a:p>
      </dgm:t>
    </dgm:pt>
    <dgm:pt modelId="{59EE1C7A-E786-4966-98FF-99428E1CC4E6}" type="sibTrans" cxnId="{CB505C7E-B7D9-4B29-AA9D-5F0A5ACC8C8F}">
      <dgm:prSet/>
      <dgm:spPr/>
      <dgm:t>
        <a:bodyPr/>
        <a:lstStyle/>
        <a:p>
          <a:endParaRPr lang="tr-TR" sz="1600"/>
        </a:p>
      </dgm:t>
    </dgm:pt>
    <dgm:pt modelId="{D399F0E9-9840-43A8-B051-C346333A9DB1}" type="parTrans" cxnId="{CB505C7E-B7D9-4B29-AA9D-5F0A5ACC8C8F}">
      <dgm:prSet/>
      <dgm:spPr/>
      <dgm:t>
        <a:bodyPr/>
        <a:lstStyle/>
        <a:p>
          <a:endParaRPr lang="tr-TR" sz="1600"/>
        </a:p>
      </dgm:t>
    </dgm:pt>
    <dgm:pt modelId="{5E07AA8F-B2CA-4834-BDF6-B484AE10615A}">
      <dgm:prSet custT="1"/>
      <dgm:spPr/>
      <dgm:t>
        <a:bodyPr/>
        <a:lstStyle/>
        <a:p>
          <a:r>
            <a:rPr lang="tr-TR" sz="1600" dirty="0"/>
            <a:t>5S Mavi Bayrak Puanı yukarıda hesaplanan iki puanın ortalamasıdır. </a:t>
          </a:r>
        </a:p>
      </dgm:t>
    </dgm:pt>
    <dgm:pt modelId="{42DEDA54-E6D5-4AA9-A3F1-1E1D4E5F558C}" type="sibTrans" cxnId="{1B017127-E0F1-457A-9C7D-53F5A1ECE179}">
      <dgm:prSet/>
      <dgm:spPr/>
      <dgm:t>
        <a:bodyPr/>
        <a:lstStyle/>
        <a:p>
          <a:endParaRPr lang="tr-TR" sz="1600"/>
        </a:p>
      </dgm:t>
    </dgm:pt>
    <dgm:pt modelId="{7C4A0361-0E47-4EF2-8E61-8F239AF5978D}" type="parTrans" cxnId="{1B017127-E0F1-457A-9C7D-53F5A1ECE179}">
      <dgm:prSet/>
      <dgm:spPr/>
      <dgm:t>
        <a:bodyPr/>
        <a:lstStyle/>
        <a:p>
          <a:endParaRPr lang="tr-TR" sz="1600"/>
        </a:p>
      </dgm:t>
    </dgm:pt>
    <dgm:pt modelId="{2C70F1FC-CF4D-41AA-A901-BE6D7530F80F}" type="pres">
      <dgm:prSet presAssocID="{1BA2FC0A-1561-470C-849A-764224DACE04}" presName="linearFlow" presStyleCnt="0">
        <dgm:presLayoutVars>
          <dgm:dir/>
          <dgm:animLvl val="lvl"/>
          <dgm:resizeHandles val="exact"/>
        </dgm:presLayoutVars>
      </dgm:prSet>
      <dgm:spPr/>
    </dgm:pt>
    <dgm:pt modelId="{EC19DA2F-8DE4-4AF9-88E2-0D38942E7D12}" type="pres">
      <dgm:prSet presAssocID="{9C6F06DE-0F6C-4120-91F5-0AD824DB4956}" presName="composite" presStyleCnt="0"/>
      <dgm:spPr/>
    </dgm:pt>
    <dgm:pt modelId="{3C51A74E-1505-4D49-A7DE-17B9A03581AF}" type="pres">
      <dgm:prSet presAssocID="{9C6F06DE-0F6C-4120-91F5-0AD824DB4956}" presName="parentText" presStyleLbl="alignNode1" presStyleIdx="0" presStyleCnt="2">
        <dgm:presLayoutVars>
          <dgm:chMax val="1"/>
          <dgm:bulletEnabled val="1"/>
        </dgm:presLayoutVars>
      </dgm:prSet>
      <dgm:spPr/>
    </dgm:pt>
    <dgm:pt modelId="{1DB76559-271D-4403-80AE-5358CE418963}" type="pres">
      <dgm:prSet presAssocID="{9C6F06DE-0F6C-4120-91F5-0AD824DB4956}" presName="descendantText" presStyleLbl="alignAcc1" presStyleIdx="0" presStyleCnt="2" custScaleY="115113" custLinFactNeighborY="-2694">
        <dgm:presLayoutVars>
          <dgm:bulletEnabled val="1"/>
        </dgm:presLayoutVars>
      </dgm:prSet>
      <dgm:spPr/>
    </dgm:pt>
    <dgm:pt modelId="{6626F919-24C0-44AA-BABA-38DE2891EF92}" type="pres">
      <dgm:prSet presAssocID="{2EDD90F5-9B29-4B58-9F17-0393560D4CB0}" presName="sp" presStyleCnt="0"/>
      <dgm:spPr/>
    </dgm:pt>
    <dgm:pt modelId="{2D1849C0-7D14-4EE0-902D-A05C3A35D35E}" type="pres">
      <dgm:prSet presAssocID="{F5A93149-F79B-457D-8177-0B525821FD9A}" presName="composite" presStyleCnt="0"/>
      <dgm:spPr/>
    </dgm:pt>
    <dgm:pt modelId="{6DDAADAD-54DB-4FB4-B0D8-2536CFBB998A}" type="pres">
      <dgm:prSet presAssocID="{F5A93149-F79B-457D-8177-0B525821FD9A}" presName="parentText" presStyleLbl="alignNode1" presStyleIdx="1" presStyleCnt="2" custLinFactNeighborY="-12803">
        <dgm:presLayoutVars>
          <dgm:chMax val="1"/>
          <dgm:bulletEnabled val="1"/>
        </dgm:presLayoutVars>
      </dgm:prSet>
      <dgm:spPr/>
    </dgm:pt>
    <dgm:pt modelId="{4DCDCD42-35C3-426A-85F4-24821AFA89A6}" type="pres">
      <dgm:prSet presAssocID="{F5A93149-F79B-457D-8177-0B525821FD9A}" presName="descendantText" presStyleLbl="alignAcc1" presStyleIdx="1" presStyleCnt="2" custScaleY="112762" custLinFactNeighborY="-19554">
        <dgm:presLayoutVars>
          <dgm:bulletEnabled val="1"/>
        </dgm:presLayoutVars>
      </dgm:prSet>
      <dgm:spPr/>
    </dgm:pt>
  </dgm:ptLst>
  <dgm:cxnLst>
    <dgm:cxn modelId="{62C1DD05-3DC2-4D4D-B16D-D65011379D5A}" srcId="{9C6F06DE-0F6C-4120-91F5-0AD824DB4956}" destId="{56D504D1-336A-4F60-8789-686D96CAFC5D}" srcOrd="0" destOrd="0" parTransId="{7ECBE47C-BEA3-4AFD-9F41-49E0AECE776C}" sibTransId="{755517BF-11BD-429C-AEAD-040EA6E2C645}"/>
    <dgm:cxn modelId="{DF375B0B-A3CC-4DBD-B8EA-3ACEF91CCC84}" srcId="{1BA2FC0A-1561-470C-849A-764224DACE04}" destId="{F5A93149-F79B-457D-8177-0B525821FD9A}" srcOrd="1" destOrd="0" parTransId="{66BD2E1F-178E-4D83-A0AD-693E8B7E4C11}" sibTransId="{09F1CB81-025D-4B10-B111-8679ED3BC1B3}"/>
    <dgm:cxn modelId="{59C5210C-E0FF-4C19-A571-9364859870D6}" srcId="{1BA2FC0A-1561-470C-849A-764224DACE04}" destId="{9C6F06DE-0F6C-4120-91F5-0AD824DB4956}" srcOrd="0" destOrd="0" parTransId="{10303524-F793-480B-B589-64F9943F29E8}" sibTransId="{2EDD90F5-9B29-4B58-9F17-0393560D4CB0}"/>
    <dgm:cxn modelId="{3744A819-C00F-4A31-8DA8-9C19E2C6462B}" type="presOf" srcId="{A6F7FF6D-BA98-4AB8-A60B-0529BAFA2A3B}" destId="{1DB76559-271D-4403-80AE-5358CE418963}" srcOrd="0" destOrd="2" presId="urn:microsoft.com/office/officeart/2005/8/layout/chevron2"/>
    <dgm:cxn modelId="{1B017127-E0F1-457A-9C7D-53F5A1ECE179}" srcId="{F5A93149-F79B-457D-8177-0B525821FD9A}" destId="{5E07AA8F-B2CA-4834-BDF6-B484AE10615A}" srcOrd="1" destOrd="0" parTransId="{7C4A0361-0E47-4EF2-8E61-8F239AF5978D}" sibTransId="{42DEDA54-E6D5-4AA9-A3F1-1E1D4E5F558C}"/>
    <dgm:cxn modelId="{789D5D75-4908-4601-85AF-905B87DC0F8D}" type="presOf" srcId="{56D504D1-336A-4F60-8789-686D96CAFC5D}" destId="{1DB76559-271D-4403-80AE-5358CE418963}" srcOrd="0" destOrd="0" presId="urn:microsoft.com/office/officeart/2005/8/layout/chevron2"/>
    <dgm:cxn modelId="{EDDDB77C-87B0-43D2-ADDF-7F74C68E489D}" type="presOf" srcId="{CD1DC85D-1ACF-4240-BFD5-8B3123BAB889}" destId="{4DCDCD42-35C3-426A-85F4-24821AFA89A6}" srcOrd="0" destOrd="0" presId="urn:microsoft.com/office/officeart/2005/8/layout/chevron2"/>
    <dgm:cxn modelId="{CB505C7E-B7D9-4B29-AA9D-5F0A5ACC8C8F}" srcId="{F5A93149-F79B-457D-8177-0B525821FD9A}" destId="{CD1DC85D-1ACF-4240-BFD5-8B3123BAB889}" srcOrd="0" destOrd="0" parTransId="{D399F0E9-9840-43A8-B051-C346333A9DB1}" sibTransId="{59EE1C7A-E786-4966-98FF-99428E1CC4E6}"/>
    <dgm:cxn modelId="{CF0FEE99-7A39-4D73-90B6-50CC092BE777}" type="presOf" srcId="{5E07AA8F-B2CA-4834-BDF6-B484AE10615A}" destId="{4DCDCD42-35C3-426A-85F4-24821AFA89A6}" srcOrd="0" destOrd="1" presId="urn:microsoft.com/office/officeart/2005/8/layout/chevron2"/>
    <dgm:cxn modelId="{6F4B3BB4-8EAA-467B-B663-E1E2A7BFFF45}" srcId="{9C6F06DE-0F6C-4120-91F5-0AD824DB4956}" destId="{A6F7FF6D-BA98-4AB8-A60B-0529BAFA2A3B}" srcOrd="2" destOrd="0" parTransId="{F73A95A1-ED5C-4721-B856-EA8C5DE450E7}" sibTransId="{039E7DDC-A5BC-4CD9-AC05-FC3E99C35C5E}"/>
    <dgm:cxn modelId="{4D3807B8-0CF1-42C2-AE93-838847689D2E}" srcId="{9C6F06DE-0F6C-4120-91F5-0AD824DB4956}" destId="{6E7CB019-935D-4336-9C67-946E56A36486}" srcOrd="1" destOrd="0" parTransId="{A57B35F7-3EB1-4947-A9B9-C5F3A2ED0A4C}" sibTransId="{88D2ACBE-A372-445A-9D59-4D09E9DEFF55}"/>
    <dgm:cxn modelId="{6B45F8C5-CAC5-4CC9-8614-66404C2FB828}" type="presOf" srcId="{6E7CB019-935D-4336-9C67-946E56A36486}" destId="{1DB76559-271D-4403-80AE-5358CE418963}" srcOrd="0" destOrd="1" presId="urn:microsoft.com/office/officeart/2005/8/layout/chevron2"/>
    <dgm:cxn modelId="{5CD020CD-BF8D-4B62-B5AC-4C6951CD6323}" type="presOf" srcId="{1BA2FC0A-1561-470C-849A-764224DACE04}" destId="{2C70F1FC-CF4D-41AA-A901-BE6D7530F80F}" srcOrd="0" destOrd="0" presId="urn:microsoft.com/office/officeart/2005/8/layout/chevron2"/>
    <dgm:cxn modelId="{EF6F01D7-8240-431B-8472-2E1837605EA2}" type="presOf" srcId="{9C6F06DE-0F6C-4120-91F5-0AD824DB4956}" destId="{3C51A74E-1505-4D49-A7DE-17B9A03581AF}" srcOrd="0" destOrd="0" presId="urn:microsoft.com/office/officeart/2005/8/layout/chevron2"/>
    <dgm:cxn modelId="{94DA20F8-A79C-4975-A235-9C6FF0A9C3A9}" type="presOf" srcId="{F5A93149-F79B-457D-8177-0B525821FD9A}" destId="{6DDAADAD-54DB-4FB4-B0D8-2536CFBB998A}" srcOrd="0" destOrd="0" presId="urn:microsoft.com/office/officeart/2005/8/layout/chevron2"/>
    <dgm:cxn modelId="{8A3FE581-06B2-4305-B615-8FAC67D7D165}" type="presParOf" srcId="{2C70F1FC-CF4D-41AA-A901-BE6D7530F80F}" destId="{EC19DA2F-8DE4-4AF9-88E2-0D38942E7D12}" srcOrd="0" destOrd="0" presId="urn:microsoft.com/office/officeart/2005/8/layout/chevron2"/>
    <dgm:cxn modelId="{978CE7B8-E9CC-4BAE-A9F7-23315A195E6C}" type="presParOf" srcId="{EC19DA2F-8DE4-4AF9-88E2-0D38942E7D12}" destId="{3C51A74E-1505-4D49-A7DE-17B9A03581AF}" srcOrd="0" destOrd="0" presId="urn:microsoft.com/office/officeart/2005/8/layout/chevron2"/>
    <dgm:cxn modelId="{15BCF0E1-4BFF-4F4D-9E66-8EECD2C8E45F}" type="presParOf" srcId="{EC19DA2F-8DE4-4AF9-88E2-0D38942E7D12}" destId="{1DB76559-271D-4403-80AE-5358CE418963}" srcOrd="1" destOrd="0" presId="urn:microsoft.com/office/officeart/2005/8/layout/chevron2"/>
    <dgm:cxn modelId="{A5BEB077-D009-48E0-B60B-90681F25977A}" type="presParOf" srcId="{2C70F1FC-CF4D-41AA-A901-BE6D7530F80F}" destId="{6626F919-24C0-44AA-BABA-38DE2891EF92}" srcOrd="1" destOrd="0" presId="urn:microsoft.com/office/officeart/2005/8/layout/chevron2"/>
    <dgm:cxn modelId="{5BF74861-9637-4C8F-ADFA-5AFF895FB654}" type="presParOf" srcId="{2C70F1FC-CF4D-41AA-A901-BE6D7530F80F}" destId="{2D1849C0-7D14-4EE0-902D-A05C3A35D35E}" srcOrd="2" destOrd="0" presId="urn:microsoft.com/office/officeart/2005/8/layout/chevron2"/>
    <dgm:cxn modelId="{D63EFB16-DB92-4104-AB1C-A65082005BA3}" type="presParOf" srcId="{2D1849C0-7D14-4EE0-902D-A05C3A35D35E}" destId="{6DDAADAD-54DB-4FB4-B0D8-2536CFBB998A}" srcOrd="0" destOrd="0" presId="urn:microsoft.com/office/officeart/2005/8/layout/chevron2"/>
    <dgm:cxn modelId="{C5199F26-F376-4483-A3F0-5C3E6C4CE340}" type="presParOf" srcId="{2D1849C0-7D14-4EE0-902D-A05C3A35D35E}" destId="{4DCDCD42-35C3-426A-85F4-24821AFA89A6}" srcOrd="1" destOrd="0" presId="urn:microsoft.com/office/officeart/2005/8/layout/chevron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41B95B0-23D4-44F5-BC76-EEAB5E45C4AB}">
      <dsp:nvSpPr>
        <dsp:cNvPr id="0" name=""/>
        <dsp:cNvSpPr/>
      </dsp:nvSpPr>
      <dsp:spPr>
        <a:xfrm>
          <a:off x="0" y="2355"/>
          <a:ext cx="952537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0B2D600-2B68-4F6E-8579-738CB9E4F633}">
      <dsp:nvSpPr>
        <dsp:cNvPr id="0" name=""/>
        <dsp:cNvSpPr/>
      </dsp:nvSpPr>
      <dsp:spPr>
        <a:xfrm>
          <a:off x="0" y="2355"/>
          <a:ext cx="9525371" cy="160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tr-TR" sz="3200" b="1" kern="1200" dirty="0">
              <a:solidFill>
                <a:schemeClr val="tx1"/>
              </a:solidFill>
              <a:latin typeface="Arial" panose="020B0604020202020204" pitchFamily="34" charset="0"/>
              <a:cs typeface="Arial" panose="020B0604020202020204" pitchFamily="34" charset="0"/>
            </a:rPr>
            <a:t>1. Çalışmaların Yürütülmesi / Sorumluluklar</a:t>
          </a:r>
        </a:p>
      </dsp:txBody>
      <dsp:txXfrm>
        <a:off x="0" y="2355"/>
        <a:ext cx="9525371" cy="1606723"/>
      </dsp:txXfrm>
    </dsp:sp>
    <dsp:sp modelId="{E2E4A4BC-09D5-4495-8BC0-3BF30B37BB47}">
      <dsp:nvSpPr>
        <dsp:cNvPr id="0" name=""/>
        <dsp:cNvSpPr/>
      </dsp:nvSpPr>
      <dsp:spPr>
        <a:xfrm>
          <a:off x="0" y="1609079"/>
          <a:ext cx="952537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FE7DDD9D-A49B-453F-A5FA-7083114CB868}">
      <dsp:nvSpPr>
        <dsp:cNvPr id="0" name=""/>
        <dsp:cNvSpPr/>
      </dsp:nvSpPr>
      <dsp:spPr>
        <a:xfrm>
          <a:off x="0" y="1609079"/>
          <a:ext cx="9525371" cy="160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tr-TR" sz="3200" b="1" kern="1200" dirty="0">
              <a:solidFill>
                <a:schemeClr val="tx1"/>
              </a:solidFill>
              <a:latin typeface="Arial" panose="020B0604020202020204" pitchFamily="34" charset="0"/>
              <a:cs typeface="Arial" panose="020B0604020202020204" pitchFamily="34" charset="0"/>
            </a:rPr>
            <a:t>2. Uygulama Prensipleri / Kurallar</a:t>
          </a:r>
        </a:p>
      </dsp:txBody>
      <dsp:txXfrm>
        <a:off x="0" y="1609079"/>
        <a:ext cx="9525371" cy="1606723"/>
      </dsp:txXfrm>
    </dsp:sp>
    <dsp:sp modelId="{A3C00680-E213-4443-B3E4-28E6F2BF2BC3}">
      <dsp:nvSpPr>
        <dsp:cNvPr id="0" name=""/>
        <dsp:cNvSpPr/>
      </dsp:nvSpPr>
      <dsp:spPr>
        <a:xfrm>
          <a:off x="0" y="3215803"/>
          <a:ext cx="9525371" cy="0"/>
        </a:xfrm>
        <a:prstGeom prst="line">
          <a:avLst/>
        </a:prstGeom>
        <a:solidFill>
          <a:schemeClr val="accent1">
            <a:hueOff val="0"/>
            <a:satOff val="0"/>
            <a:lumOff val="0"/>
            <a:alphaOff val="0"/>
          </a:schemeClr>
        </a:solidFill>
        <a:ln w="25400" cap="flat" cmpd="sng" algn="ctr">
          <a:solidFill>
            <a:schemeClr val="accen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D14DBE62-E009-4FC5-9DB6-9537BD890F2E}">
      <dsp:nvSpPr>
        <dsp:cNvPr id="0" name=""/>
        <dsp:cNvSpPr/>
      </dsp:nvSpPr>
      <dsp:spPr>
        <a:xfrm>
          <a:off x="0" y="3215803"/>
          <a:ext cx="9525371" cy="160672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21920" tIns="121920" rIns="121920" bIns="121920" numCol="1" spcCol="1270" anchor="t" anchorCtr="0">
          <a:noAutofit/>
        </a:bodyPr>
        <a:lstStyle/>
        <a:p>
          <a:pPr marL="0" lvl="0" indent="0" algn="l" defTabSz="1422400">
            <a:lnSpc>
              <a:spcPct val="90000"/>
            </a:lnSpc>
            <a:spcBef>
              <a:spcPct val="0"/>
            </a:spcBef>
            <a:spcAft>
              <a:spcPct val="35000"/>
            </a:spcAft>
            <a:buNone/>
          </a:pPr>
          <a:r>
            <a:rPr lang="tr-TR" sz="3200" b="1" kern="1200" dirty="0">
              <a:solidFill>
                <a:schemeClr val="tx1"/>
              </a:solidFill>
              <a:latin typeface="Arial" panose="020B0604020202020204" pitchFamily="34" charset="0"/>
              <a:cs typeface="Arial" panose="020B0604020202020204" pitchFamily="34" charset="0"/>
            </a:rPr>
            <a:t>3. 2023 Yılı Mavi Bayrak Denetimleri</a:t>
          </a:r>
        </a:p>
      </dsp:txBody>
      <dsp:txXfrm>
        <a:off x="0" y="3215803"/>
        <a:ext cx="9525371" cy="1606723"/>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61A59B-FF0E-4443-AF3A-20777ADD521F}">
      <dsp:nvSpPr>
        <dsp:cNvPr id="0" name=""/>
        <dsp:cNvSpPr/>
      </dsp:nvSpPr>
      <dsp:spPr>
        <a:xfrm>
          <a:off x="0" y="90"/>
          <a:ext cx="1188000" cy="287819"/>
        </a:xfrm>
        <a:prstGeom prst="roundRect">
          <a:avLst/>
        </a:prstGeom>
        <a:gradFill rotWithShape="0">
          <a:gsLst>
            <a:gs pos="0">
              <a:schemeClr val="accent1">
                <a:hueOff val="0"/>
                <a:satOff val="0"/>
                <a:lumOff val="0"/>
                <a:alphaOff val="0"/>
                <a:shade val="51000"/>
                <a:satMod val="130000"/>
              </a:schemeClr>
            </a:gs>
            <a:gs pos="80000">
              <a:schemeClr val="accent1">
                <a:hueOff val="0"/>
                <a:satOff val="0"/>
                <a:lumOff val="0"/>
                <a:alphaOff val="0"/>
                <a:shade val="93000"/>
                <a:satMod val="130000"/>
              </a:schemeClr>
            </a:gs>
            <a:gs pos="100000">
              <a:schemeClr val="accent1">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dsp:spPr>
      <dsp:style>
        <a:lnRef idx="0">
          <a:scrgbClr r="0" g="0" b="0"/>
        </a:lnRef>
        <a:fillRef idx="3">
          <a:scrgbClr r="0" g="0" b="0"/>
        </a:fillRef>
        <a:effectRef idx="3">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l" defTabSz="533400" rtl="0">
            <a:lnSpc>
              <a:spcPct val="90000"/>
            </a:lnSpc>
            <a:spcBef>
              <a:spcPct val="0"/>
            </a:spcBef>
            <a:spcAft>
              <a:spcPct val="35000"/>
            </a:spcAft>
            <a:buNone/>
          </a:pPr>
          <a:r>
            <a:rPr lang="tr-TR" sz="1200" b="1" kern="1200" dirty="0"/>
            <a:t>Raf Tanımlama</a:t>
          </a:r>
          <a:endParaRPr lang="tr-TR" sz="1200" kern="1200" dirty="0"/>
        </a:p>
      </dsp:txBody>
      <dsp:txXfrm>
        <a:off x="14050" y="14140"/>
        <a:ext cx="1159900" cy="259719"/>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1E1E4FA-B74C-48FF-81C3-15D0774534CA}">
      <dsp:nvSpPr>
        <dsp:cNvPr id="0" name=""/>
        <dsp:cNvSpPr/>
      </dsp:nvSpPr>
      <dsp:spPr>
        <a:xfrm>
          <a:off x="882097" y="0"/>
          <a:ext cx="1688283" cy="1012969"/>
        </a:xfrm>
        <a:prstGeom prst="rect">
          <a:avLst/>
        </a:prstGeom>
        <a:solidFill>
          <a:schemeClr val="accent1">
            <a:alpha val="9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Herkes her şeyi aynı yerden almalı, işi bitince aynı yere bırakmalı</a:t>
          </a:r>
        </a:p>
      </dsp:txBody>
      <dsp:txXfrm>
        <a:off x="882097" y="0"/>
        <a:ext cx="1688283" cy="1012969"/>
      </dsp:txXfrm>
    </dsp:sp>
    <dsp:sp modelId="{AD97B5C7-BBA1-4C0E-9D68-CED0D1243300}">
      <dsp:nvSpPr>
        <dsp:cNvPr id="0" name=""/>
        <dsp:cNvSpPr/>
      </dsp:nvSpPr>
      <dsp:spPr>
        <a:xfrm>
          <a:off x="2778309" y="608"/>
          <a:ext cx="1688283" cy="1012969"/>
        </a:xfrm>
        <a:prstGeom prst="rect">
          <a:avLst/>
        </a:prstGeom>
        <a:solidFill>
          <a:schemeClr val="accent1">
            <a:alpha val="90000"/>
            <a:hueOff val="0"/>
            <a:satOff val="0"/>
            <a:lumOff val="0"/>
            <a:alphaOff val="-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Herkes her şeyi aynı adla tanımalı</a:t>
          </a:r>
        </a:p>
      </dsp:txBody>
      <dsp:txXfrm>
        <a:off x="2778309" y="608"/>
        <a:ext cx="1688283" cy="1012969"/>
      </dsp:txXfrm>
    </dsp:sp>
    <dsp:sp modelId="{741452CD-36B3-4A3E-9F31-B6FD76D49668}">
      <dsp:nvSpPr>
        <dsp:cNvPr id="0" name=""/>
        <dsp:cNvSpPr/>
      </dsp:nvSpPr>
      <dsp:spPr>
        <a:xfrm>
          <a:off x="4635421" y="608"/>
          <a:ext cx="1688283" cy="1012969"/>
        </a:xfrm>
        <a:prstGeom prst="rect">
          <a:avLst/>
        </a:prstGeom>
        <a:solidFill>
          <a:schemeClr val="accent1">
            <a:alpha val="90000"/>
            <a:hueOff val="0"/>
            <a:satOff val="0"/>
            <a:lumOff val="0"/>
            <a:alphaOff val="-1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Malzeme çeşidi azaltılmaya çalışılmalı</a:t>
          </a:r>
        </a:p>
      </dsp:txBody>
      <dsp:txXfrm>
        <a:off x="4635421" y="608"/>
        <a:ext cx="1688283" cy="1012969"/>
      </dsp:txXfrm>
    </dsp:sp>
    <dsp:sp modelId="{74C58703-3326-4B27-B165-5EC389C9D055}">
      <dsp:nvSpPr>
        <dsp:cNvPr id="0" name=""/>
        <dsp:cNvSpPr/>
      </dsp:nvSpPr>
      <dsp:spPr>
        <a:xfrm>
          <a:off x="6492532" y="608"/>
          <a:ext cx="1688283" cy="1012969"/>
        </a:xfrm>
        <a:prstGeom prst="rect">
          <a:avLst/>
        </a:prstGeom>
        <a:solidFill>
          <a:schemeClr val="accent1">
            <a:alpha val="90000"/>
            <a:hueOff val="0"/>
            <a:satOff val="0"/>
            <a:lumOff val="0"/>
            <a:alphaOff val="-1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Kablolar kodlanmalı</a:t>
          </a:r>
        </a:p>
      </dsp:txBody>
      <dsp:txXfrm>
        <a:off x="6492532" y="608"/>
        <a:ext cx="1688283" cy="1012969"/>
      </dsp:txXfrm>
    </dsp:sp>
    <dsp:sp modelId="{9B9B890A-6DF9-4FC7-A0F8-4CDB3C0F68AA}">
      <dsp:nvSpPr>
        <dsp:cNvPr id="0" name=""/>
        <dsp:cNvSpPr/>
      </dsp:nvSpPr>
      <dsp:spPr>
        <a:xfrm>
          <a:off x="8349644" y="608"/>
          <a:ext cx="1688283" cy="1012969"/>
        </a:xfrm>
        <a:prstGeom prst="rect">
          <a:avLst/>
        </a:prstGeom>
        <a:solidFill>
          <a:schemeClr val="accent1">
            <a:alpha val="90000"/>
            <a:hueOff val="0"/>
            <a:satOff val="0"/>
            <a:lumOff val="0"/>
            <a:alphaOff val="-2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Akışkan hatları uygun renklerde boyanmalı, akış   yönleri oklarla belirtilmeli</a:t>
          </a:r>
        </a:p>
      </dsp:txBody>
      <dsp:txXfrm>
        <a:off x="8349644" y="608"/>
        <a:ext cx="1688283" cy="1012969"/>
      </dsp:txXfrm>
    </dsp:sp>
    <dsp:sp modelId="{599E40BD-B067-41AA-8F93-9391932E7BD1}">
      <dsp:nvSpPr>
        <dsp:cNvPr id="0" name=""/>
        <dsp:cNvSpPr/>
      </dsp:nvSpPr>
      <dsp:spPr>
        <a:xfrm>
          <a:off x="1849753" y="1182406"/>
          <a:ext cx="1688283" cy="1012969"/>
        </a:xfrm>
        <a:prstGeom prst="rect">
          <a:avLst/>
        </a:prstGeom>
        <a:solidFill>
          <a:schemeClr val="accent1">
            <a:alpha val="90000"/>
            <a:hueOff val="0"/>
            <a:satOff val="0"/>
            <a:lumOff val="0"/>
            <a:alphaOff val="-2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a:solidFill>
                <a:schemeClr val="tx1"/>
              </a:solidFill>
            </a:rPr>
            <a:t>Depolama </a:t>
          </a:r>
          <a:r>
            <a:rPr lang="tr-TR" sz="1400" b="1" kern="1200" dirty="0">
              <a:solidFill>
                <a:schemeClr val="tx1"/>
              </a:solidFill>
            </a:rPr>
            <a:t>duvar boyunca yapılmalı</a:t>
          </a:r>
        </a:p>
      </dsp:txBody>
      <dsp:txXfrm>
        <a:off x="1849753" y="1182406"/>
        <a:ext cx="1688283" cy="1012969"/>
      </dsp:txXfrm>
    </dsp:sp>
    <dsp:sp modelId="{E80AD3D1-608E-476B-B678-302901411C12}">
      <dsp:nvSpPr>
        <dsp:cNvPr id="0" name=""/>
        <dsp:cNvSpPr/>
      </dsp:nvSpPr>
      <dsp:spPr>
        <a:xfrm>
          <a:off x="3706865" y="1182406"/>
          <a:ext cx="1688283" cy="1012969"/>
        </a:xfrm>
        <a:prstGeom prst="rect">
          <a:avLst/>
        </a:prstGeom>
        <a:solidFill>
          <a:schemeClr val="accent1">
            <a:alpha val="90000"/>
            <a:hueOff val="0"/>
            <a:satOff val="0"/>
            <a:lumOff val="0"/>
            <a:alphaOff val="-3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Depo alanlarının girişleri ferah tutulmalı</a:t>
          </a:r>
        </a:p>
      </dsp:txBody>
      <dsp:txXfrm>
        <a:off x="3706865" y="1182406"/>
        <a:ext cx="1688283" cy="1012969"/>
      </dsp:txXfrm>
    </dsp:sp>
    <dsp:sp modelId="{B0797396-827D-44B1-B399-35C9DD760D5B}">
      <dsp:nvSpPr>
        <dsp:cNvPr id="0" name=""/>
        <dsp:cNvSpPr/>
      </dsp:nvSpPr>
      <dsp:spPr>
        <a:xfrm>
          <a:off x="5563977" y="1182406"/>
          <a:ext cx="1688283" cy="1012969"/>
        </a:xfrm>
        <a:prstGeom prst="rect">
          <a:avLst/>
        </a:prstGeom>
        <a:solidFill>
          <a:schemeClr val="accent1">
            <a:alpha val="90000"/>
            <a:hueOff val="0"/>
            <a:satOff val="0"/>
            <a:lumOff val="0"/>
            <a:alphaOff val="-35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Ağır olanlar alt raflarda bulunmalı, (kullanım sıklıklarına dikkat!)</a:t>
          </a:r>
        </a:p>
      </dsp:txBody>
      <dsp:txXfrm>
        <a:off x="5563977" y="1182406"/>
        <a:ext cx="1688283" cy="1012969"/>
      </dsp:txXfrm>
    </dsp:sp>
    <dsp:sp modelId="{F1BF5353-2A4F-4D59-8305-4662AE8510B4}">
      <dsp:nvSpPr>
        <dsp:cNvPr id="0" name=""/>
        <dsp:cNvSpPr/>
      </dsp:nvSpPr>
      <dsp:spPr>
        <a:xfrm>
          <a:off x="7421088" y="1182406"/>
          <a:ext cx="1688283" cy="1012969"/>
        </a:xfrm>
        <a:prstGeom prst="rect">
          <a:avLst/>
        </a:prstGeom>
        <a:solidFill>
          <a:schemeClr val="accent1">
            <a:alpha val="90000"/>
            <a:hueOff val="0"/>
            <a:satOff val="0"/>
            <a:lumOff val="0"/>
            <a:alphaOff val="-4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ctr" defTabSz="622300">
            <a:lnSpc>
              <a:spcPct val="90000"/>
            </a:lnSpc>
            <a:spcBef>
              <a:spcPct val="0"/>
            </a:spcBef>
            <a:spcAft>
              <a:spcPct val="35000"/>
            </a:spcAft>
            <a:buNone/>
          </a:pPr>
          <a:r>
            <a:rPr lang="tr-TR" sz="1400" b="1" kern="1200" dirty="0">
              <a:solidFill>
                <a:schemeClr val="tx1"/>
              </a:solidFill>
            </a:rPr>
            <a:t>Depo alanlarında her şeyin bir rafı ve rafların etiketi olmalı</a:t>
          </a:r>
        </a:p>
      </dsp:txBody>
      <dsp:txXfrm>
        <a:off x="7421088" y="1182406"/>
        <a:ext cx="1688283" cy="1012969"/>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1FEA390-19FB-4A35-BDFF-FF9787079937}">
      <dsp:nvSpPr>
        <dsp:cNvPr id="0" name=""/>
        <dsp:cNvSpPr/>
      </dsp:nvSpPr>
      <dsp:spPr>
        <a:xfrm>
          <a:off x="0" y="0"/>
          <a:ext cx="4097109" cy="1757700"/>
        </a:xfrm>
        <a:prstGeom prst="rect">
          <a:avLst/>
        </a:prstGeom>
        <a:solidFill>
          <a:schemeClr val="lt1">
            <a:alpha val="90000"/>
            <a:hueOff val="0"/>
            <a:satOff val="0"/>
            <a:lumOff val="0"/>
            <a:alphaOff val="0"/>
          </a:schemeClr>
        </a:solidFill>
        <a:ln w="9525" cap="flat" cmpd="sng" algn="ctr">
          <a:solidFill>
            <a:schemeClr val="accent2">
              <a:hueOff val="0"/>
              <a:satOff val="0"/>
              <a:lumOff val="0"/>
              <a:alphaOff val="0"/>
            </a:schemeClr>
          </a:solidFill>
          <a:prstDash val="solid"/>
        </a:ln>
        <a:effectLst/>
      </dsp:spPr>
      <dsp:style>
        <a:lnRef idx="1">
          <a:scrgbClr r="0" g="0" b="0"/>
        </a:lnRef>
        <a:fillRef idx="1">
          <a:scrgbClr r="0" g="0" b="0"/>
        </a:fillRef>
        <a:effectRef idx="0">
          <a:scrgbClr r="0" g="0" b="0"/>
        </a:effectRef>
        <a:fontRef idx="minor"/>
      </dsp:style>
      <dsp:txBody>
        <a:bodyPr spcFirstLastPara="0" vert="horz" wrap="square" lIns="317981" tIns="374904" rIns="317981" bIns="64008" numCol="1" spcCol="1270" anchor="t" anchorCtr="0">
          <a:noAutofit/>
        </a:bodyPr>
        <a:lstStyle/>
        <a:p>
          <a:pPr marL="57150" lvl="1" indent="-57150" algn="l" defTabSz="400050" rtl="0">
            <a:lnSpc>
              <a:spcPct val="90000"/>
            </a:lnSpc>
            <a:spcBef>
              <a:spcPct val="0"/>
            </a:spcBef>
            <a:spcAft>
              <a:spcPct val="15000"/>
            </a:spcAft>
            <a:buChar char="•"/>
          </a:pPr>
          <a:r>
            <a:rPr lang="tr-TR" sz="900" b="1" kern="1200" dirty="0"/>
            <a:t>Makinelerde yağ sızıntısı yok	</a:t>
          </a:r>
          <a:endParaRPr lang="tr-TR" sz="900" kern="1200" dirty="0"/>
        </a:p>
        <a:p>
          <a:pPr marL="57150" lvl="1" indent="-57150" algn="l" defTabSz="400050" rtl="0">
            <a:lnSpc>
              <a:spcPct val="90000"/>
            </a:lnSpc>
            <a:spcBef>
              <a:spcPct val="0"/>
            </a:spcBef>
            <a:spcAft>
              <a:spcPct val="15000"/>
            </a:spcAft>
            <a:buChar char="•"/>
          </a:pPr>
          <a:r>
            <a:rPr lang="tr-TR" sz="900" b="1" kern="1200" dirty="0"/>
            <a:t>Yerlerde eski ve kullanılmış madde (yağ, </a:t>
          </a:r>
          <a:r>
            <a:rPr lang="tr-TR" sz="900" b="1" kern="1200" dirty="0" err="1"/>
            <a:t>üstübü</a:t>
          </a:r>
          <a:r>
            <a:rPr lang="tr-TR" sz="900" b="1" kern="1200" dirty="0"/>
            <a:t>, vida </a:t>
          </a:r>
          <a:r>
            <a:rPr lang="tr-TR" sz="900" b="1" kern="1200" dirty="0" err="1"/>
            <a:t>vb</a:t>
          </a:r>
          <a:r>
            <a:rPr lang="tr-TR" sz="900" b="1" kern="1200" dirty="0"/>
            <a:t>) yok</a:t>
          </a:r>
          <a:endParaRPr lang="tr-TR" sz="900" kern="1200" dirty="0"/>
        </a:p>
        <a:p>
          <a:pPr marL="57150" lvl="1" indent="-57150" algn="l" defTabSz="400050" rtl="0">
            <a:lnSpc>
              <a:spcPct val="90000"/>
            </a:lnSpc>
            <a:spcBef>
              <a:spcPct val="0"/>
            </a:spcBef>
            <a:spcAft>
              <a:spcPct val="15000"/>
            </a:spcAft>
            <a:buChar char="•"/>
          </a:pPr>
          <a:r>
            <a:rPr lang="tr-TR" sz="900" b="1" kern="1200" dirty="0"/>
            <a:t>Hiç bir yerde işlevsiz araç gereç yok	</a:t>
          </a:r>
          <a:endParaRPr lang="tr-TR" sz="900" kern="1200" dirty="0"/>
        </a:p>
        <a:p>
          <a:pPr marL="57150" lvl="1" indent="-57150" algn="l" defTabSz="400050" rtl="0">
            <a:lnSpc>
              <a:spcPct val="90000"/>
            </a:lnSpc>
            <a:spcBef>
              <a:spcPct val="0"/>
            </a:spcBef>
            <a:spcAft>
              <a:spcPct val="15000"/>
            </a:spcAft>
            <a:buChar char="•"/>
          </a:pPr>
          <a:r>
            <a:rPr lang="tr-TR" sz="900" b="1" kern="1200" dirty="0"/>
            <a:t>Ekipmanda korozyon yok, boyaları temiz durumda	</a:t>
          </a:r>
          <a:endParaRPr lang="tr-TR" sz="900" kern="1200" dirty="0"/>
        </a:p>
        <a:p>
          <a:pPr marL="57150" lvl="1" indent="-57150" algn="l" defTabSz="400050" rtl="0">
            <a:lnSpc>
              <a:spcPct val="90000"/>
            </a:lnSpc>
            <a:spcBef>
              <a:spcPct val="0"/>
            </a:spcBef>
            <a:spcAft>
              <a:spcPct val="15000"/>
            </a:spcAft>
            <a:buChar char="•"/>
          </a:pPr>
          <a:r>
            <a:rPr lang="tr-TR" sz="900" b="1" kern="1200" dirty="0" err="1"/>
            <a:t>Takımhanede</a:t>
          </a:r>
          <a:r>
            <a:rPr lang="tr-TR" sz="900" b="1" kern="1200" dirty="0"/>
            <a:t> tüm ekipmanlar etiketli ve yerinde saklanmakta</a:t>
          </a:r>
          <a:endParaRPr lang="tr-TR" sz="900" kern="1200" dirty="0"/>
        </a:p>
        <a:p>
          <a:pPr marL="57150" lvl="1" indent="-57150" algn="l" defTabSz="400050" rtl="0">
            <a:lnSpc>
              <a:spcPct val="90000"/>
            </a:lnSpc>
            <a:spcBef>
              <a:spcPct val="0"/>
            </a:spcBef>
            <a:spcAft>
              <a:spcPct val="15000"/>
            </a:spcAft>
            <a:buChar char="•"/>
          </a:pPr>
          <a:r>
            <a:rPr lang="tr-TR" sz="900" b="1" kern="1200" dirty="0"/>
            <a:t>İş Güvenliği ve uyarı levhaları temiz ve okunaklı	</a:t>
          </a:r>
          <a:endParaRPr lang="tr-TR" sz="900" kern="1200" dirty="0"/>
        </a:p>
        <a:p>
          <a:pPr marL="57150" lvl="1" indent="-57150" algn="l" defTabSz="400050" rtl="0">
            <a:lnSpc>
              <a:spcPct val="90000"/>
            </a:lnSpc>
            <a:spcBef>
              <a:spcPct val="0"/>
            </a:spcBef>
            <a:spcAft>
              <a:spcPct val="15000"/>
            </a:spcAft>
            <a:buChar char="•"/>
          </a:pPr>
          <a:r>
            <a:rPr lang="tr-TR" sz="900" b="1" kern="1200" dirty="0"/>
            <a:t>Yangın söndürme tüpleri yerinde ve kullanıma hazır	</a:t>
          </a:r>
          <a:endParaRPr lang="tr-TR" sz="900" kern="1200" dirty="0"/>
        </a:p>
        <a:p>
          <a:pPr marL="57150" lvl="1" indent="-57150" algn="l" defTabSz="400050" rtl="0">
            <a:lnSpc>
              <a:spcPct val="90000"/>
            </a:lnSpc>
            <a:spcBef>
              <a:spcPct val="0"/>
            </a:spcBef>
            <a:spcAft>
              <a:spcPct val="15000"/>
            </a:spcAft>
            <a:buChar char="•"/>
          </a:pPr>
          <a:r>
            <a:rPr lang="tr-TR" sz="900" b="1" kern="1200" dirty="0"/>
            <a:t>Aydınlatma lambaları çalışır durumda ve üstünde toz yok	</a:t>
          </a:r>
          <a:endParaRPr lang="tr-TR" sz="900" kern="1200" dirty="0"/>
        </a:p>
        <a:p>
          <a:pPr marL="57150" lvl="1" indent="-57150" algn="l" defTabSz="400050" rtl="0">
            <a:lnSpc>
              <a:spcPct val="90000"/>
            </a:lnSpc>
            <a:spcBef>
              <a:spcPct val="0"/>
            </a:spcBef>
            <a:spcAft>
              <a:spcPct val="15000"/>
            </a:spcAft>
            <a:buChar char="•"/>
          </a:pPr>
          <a:r>
            <a:rPr lang="tr-TR" sz="900" b="1" kern="1200" dirty="0"/>
            <a:t>Prizlerde voltaj etiketi mevcut	</a:t>
          </a:r>
          <a:endParaRPr lang="tr-TR" sz="900" kern="1200" dirty="0"/>
        </a:p>
      </dsp:txBody>
      <dsp:txXfrm>
        <a:off x="0" y="0"/>
        <a:ext cx="4097109" cy="1757700"/>
      </dsp:txXfrm>
    </dsp:sp>
    <dsp:sp modelId="{E5D39D37-7522-4783-B684-B03D9238B1E3}">
      <dsp:nvSpPr>
        <dsp:cNvPr id="0" name=""/>
        <dsp:cNvSpPr/>
      </dsp:nvSpPr>
      <dsp:spPr>
        <a:xfrm>
          <a:off x="168126" y="80965"/>
          <a:ext cx="3437011" cy="273692"/>
        </a:xfrm>
        <a:prstGeom prst="roundRect">
          <a:avLst/>
        </a:prstGeom>
        <a:gradFill rotWithShape="0">
          <a:gsLst>
            <a:gs pos="0">
              <a:schemeClr val="accent2">
                <a:hueOff val="0"/>
                <a:satOff val="0"/>
                <a:lumOff val="0"/>
                <a:alphaOff val="0"/>
                <a:shade val="51000"/>
                <a:satMod val="130000"/>
              </a:schemeClr>
            </a:gs>
            <a:gs pos="80000">
              <a:schemeClr val="accent2">
                <a:hueOff val="0"/>
                <a:satOff val="0"/>
                <a:lumOff val="0"/>
                <a:alphaOff val="0"/>
                <a:shade val="93000"/>
                <a:satMod val="130000"/>
              </a:schemeClr>
            </a:gs>
            <a:gs pos="100000">
              <a:schemeClr val="accent2">
                <a:hueOff val="0"/>
                <a:satOff val="0"/>
                <a:lumOff val="0"/>
                <a:alphaOff val="0"/>
                <a:shade val="94000"/>
                <a:satMod val="135000"/>
              </a:schemeClr>
            </a:gs>
          </a:gsLst>
          <a:lin ang="16200000" scaled="0"/>
        </a:gradFill>
        <a:ln>
          <a:noFill/>
        </a:ln>
        <a:effectLst>
          <a:outerShdw blurRad="40000" dist="23000" dir="5400000" rotWithShape="0">
            <a:srgbClr val="000000">
              <a:alpha val="35000"/>
            </a:srgbClr>
          </a:outerShdw>
        </a:effectLst>
      </dsp:spPr>
      <dsp:style>
        <a:lnRef idx="0">
          <a:scrgbClr r="0" g="0" b="0"/>
        </a:lnRef>
        <a:fillRef idx="3">
          <a:scrgbClr r="0" g="0" b="0"/>
        </a:fillRef>
        <a:effectRef idx="2">
          <a:scrgbClr r="0" g="0" b="0"/>
        </a:effectRef>
        <a:fontRef idx="minor">
          <a:schemeClr val="lt1"/>
        </a:fontRef>
      </dsp:style>
      <dsp:txBody>
        <a:bodyPr spcFirstLastPara="0" vert="horz" wrap="square" lIns="108403" tIns="0" rIns="108403" bIns="0" numCol="1" spcCol="1270" anchor="ctr" anchorCtr="0">
          <a:noAutofit/>
        </a:bodyPr>
        <a:lstStyle/>
        <a:p>
          <a:pPr marL="0" lvl="0" indent="0" algn="l" defTabSz="444500" rtl="0">
            <a:lnSpc>
              <a:spcPct val="90000"/>
            </a:lnSpc>
            <a:spcBef>
              <a:spcPct val="0"/>
            </a:spcBef>
            <a:spcAft>
              <a:spcPct val="35000"/>
            </a:spcAft>
            <a:buNone/>
          </a:pPr>
          <a:r>
            <a:rPr lang="tr-TR" sz="1000" b="1" kern="1200" dirty="0"/>
            <a:t>Alan ve alt alanların temizlik kriterlerini belirle;</a:t>
          </a:r>
          <a:endParaRPr lang="tr-TR" sz="1000" kern="1200" dirty="0"/>
        </a:p>
      </dsp:txBody>
      <dsp:txXfrm>
        <a:off x="181487" y="94326"/>
        <a:ext cx="3410289" cy="24697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AFACB0E-F909-4A92-90E4-A13B2F666740}">
      <dsp:nvSpPr>
        <dsp:cNvPr id="0" name=""/>
        <dsp:cNvSpPr/>
      </dsp:nvSpPr>
      <dsp:spPr>
        <a:xfrm>
          <a:off x="0" y="0"/>
          <a:ext cx="9001000" cy="0"/>
        </a:xfrm>
        <a:prstGeom prst="line">
          <a:avLst/>
        </a:prstGeom>
        <a:solidFill>
          <a:schemeClr val="accent2">
            <a:hueOff val="0"/>
            <a:satOff val="0"/>
            <a:lumOff val="0"/>
            <a:alphaOff val="0"/>
          </a:schemeClr>
        </a:solidFill>
        <a:ln w="25400"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sp>
    <dsp:sp modelId="{0D7F9AAB-C4FB-4A33-8676-F32DD947B3BA}">
      <dsp:nvSpPr>
        <dsp:cNvPr id="0" name=""/>
        <dsp:cNvSpPr/>
      </dsp:nvSpPr>
      <dsp:spPr>
        <a:xfrm>
          <a:off x="0" y="0"/>
          <a:ext cx="1800200" cy="407748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7630" tIns="87630" rIns="87630" bIns="87630" numCol="1" spcCol="1270" anchor="t" anchorCtr="0">
          <a:noAutofit/>
        </a:bodyPr>
        <a:lstStyle/>
        <a:p>
          <a:pPr marL="0" lvl="0" indent="0" algn="l" defTabSz="1022350">
            <a:lnSpc>
              <a:spcPct val="90000"/>
            </a:lnSpc>
            <a:spcBef>
              <a:spcPct val="0"/>
            </a:spcBef>
            <a:spcAft>
              <a:spcPct val="35000"/>
            </a:spcAft>
            <a:buFont typeface="Arial" panose="020B0604020202020204" pitchFamily="34" charset="0"/>
            <a:buNone/>
          </a:pPr>
          <a:r>
            <a:rPr lang="tr-TR" sz="2300" kern="1200" dirty="0"/>
            <a:t>5S adımlarının sürdürülebilir olması amacı ile;</a:t>
          </a:r>
        </a:p>
      </dsp:txBody>
      <dsp:txXfrm>
        <a:off x="0" y="0"/>
        <a:ext cx="1800200" cy="4077485"/>
      </dsp:txXfrm>
    </dsp:sp>
    <dsp:sp modelId="{DDA39A50-E606-4F5D-9B65-5C54CD36284B}">
      <dsp:nvSpPr>
        <dsp:cNvPr id="0" name=""/>
        <dsp:cNvSpPr/>
      </dsp:nvSpPr>
      <dsp:spPr>
        <a:xfrm>
          <a:off x="1935215" y="38425"/>
          <a:ext cx="7065785" cy="76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kern="1200" dirty="0"/>
            <a:t>Eğitimlerin sürekli hale getirilmesi</a:t>
          </a:r>
        </a:p>
      </dsp:txBody>
      <dsp:txXfrm>
        <a:off x="1935215" y="38425"/>
        <a:ext cx="7065785" cy="768510"/>
      </dsp:txXfrm>
    </dsp:sp>
    <dsp:sp modelId="{9273C42D-2925-4F50-AB4E-075F002D395E}">
      <dsp:nvSpPr>
        <dsp:cNvPr id="0" name=""/>
        <dsp:cNvSpPr/>
      </dsp:nvSpPr>
      <dsp:spPr>
        <a:xfrm>
          <a:off x="1800200" y="806935"/>
          <a:ext cx="72008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0815D26-821F-47A6-AE8C-D19233E1BFCF}">
      <dsp:nvSpPr>
        <dsp:cNvPr id="0" name=""/>
        <dsp:cNvSpPr/>
      </dsp:nvSpPr>
      <dsp:spPr>
        <a:xfrm>
          <a:off x="1935215" y="845361"/>
          <a:ext cx="7065785" cy="76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kern="1200" dirty="0"/>
            <a:t>Motivasyonun artırılması</a:t>
          </a:r>
        </a:p>
      </dsp:txBody>
      <dsp:txXfrm>
        <a:off x="1935215" y="845361"/>
        <a:ext cx="7065785" cy="768510"/>
      </dsp:txXfrm>
    </dsp:sp>
    <dsp:sp modelId="{FE961A46-996D-40C4-9174-D242CE848048}">
      <dsp:nvSpPr>
        <dsp:cNvPr id="0" name=""/>
        <dsp:cNvSpPr/>
      </dsp:nvSpPr>
      <dsp:spPr>
        <a:xfrm>
          <a:off x="1800200" y="1613871"/>
          <a:ext cx="72008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B5D87107-4BE0-426F-AFE1-F38236B09D15}">
      <dsp:nvSpPr>
        <dsp:cNvPr id="0" name=""/>
        <dsp:cNvSpPr/>
      </dsp:nvSpPr>
      <dsp:spPr>
        <a:xfrm>
          <a:off x="1935215" y="1652297"/>
          <a:ext cx="7065785" cy="76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kern="1200" dirty="0"/>
            <a:t>Başarı ölçütlerinin belirlenmesi, takip edilmesi ve ünite içerisinde duyurulması</a:t>
          </a:r>
        </a:p>
      </dsp:txBody>
      <dsp:txXfrm>
        <a:off x="1935215" y="1652297"/>
        <a:ext cx="7065785" cy="768510"/>
      </dsp:txXfrm>
    </dsp:sp>
    <dsp:sp modelId="{62B719C4-CCCE-4F7E-B9FB-43958D60CE6F}">
      <dsp:nvSpPr>
        <dsp:cNvPr id="0" name=""/>
        <dsp:cNvSpPr/>
      </dsp:nvSpPr>
      <dsp:spPr>
        <a:xfrm>
          <a:off x="1800200" y="2420807"/>
          <a:ext cx="72008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8F535B69-E703-4489-94B2-2CCC97B272BB}">
      <dsp:nvSpPr>
        <dsp:cNvPr id="0" name=""/>
        <dsp:cNvSpPr/>
      </dsp:nvSpPr>
      <dsp:spPr>
        <a:xfrm>
          <a:off x="1935215" y="2459233"/>
          <a:ext cx="7065785" cy="76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kern="1200" dirty="0"/>
            <a:t>İletişimin artırılması, iyi uygulamaların paylaşımlarının yapılması</a:t>
          </a:r>
        </a:p>
      </dsp:txBody>
      <dsp:txXfrm>
        <a:off x="1935215" y="2459233"/>
        <a:ext cx="7065785" cy="768510"/>
      </dsp:txXfrm>
    </dsp:sp>
    <dsp:sp modelId="{047A41C8-EA90-4F90-9B3C-F9FDEBEDFF05}">
      <dsp:nvSpPr>
        <dsp:cNvPr id="0" name=""/>
        <dsp:cNvSpPr/>
      </dsp:nvSpPr>
      <dsp:spPr>
        <a:xfrm>
          <a:off x="1800200" y="3227743"/>
          <a:ext cx="72008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55266952-9E2F-4531-AC45-4B4008797D96}">
      <dsp:nvSpPr>
        <dsp:cNvPr id="0" name=""/>
        <dsp:cNvSpPr/>
      </dsp:nvSpPr>
      <dsp:spPr>
        <a:xfrm>
          <a:off x="1935215" y="3266169"/>
          <a:ext cx="7065785" cy="768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80010" tIns="80010" rIns="80010" bIns="80010" numCol="1" spcCol="1270" anchor="t" anchorCtr="0">
          <a:noAutofit/>
        </a:bodyPr>
        <a:lstStyle/>
        <a:p>
          <a:pPr marL="0" lvl="0" indent="0" algn="l" defTabSz="933450">
            <a:lnSpc>
              <a:spcPct val="90000"/>
            </a:lnSpc>
            <a:spcBef>
              <a:spcPct val="0"/>
            </a:spcBef>
            <a:spcAft>
              <a:spcPct val="35000"/>
            </a:spcAft>
            <a:buNone/>
          </a:pPr>
          <a:r>
            <a:rPr lang="tr-TR" sz="2100" kern="1200" dirty="0"/>
            <a:t>Kurallar geliştirilmesi, takibinin yapılması önemli yapı taşlarıdır. </a:t>
          </a:r>
        </a:p>
      </dsp:txBody>
      <dsp:txXfrm>
        <a:off x="1935215" y="3266169"/>
        <a:ext cx="7065785" cy="768510"/>
      </dsp:txXfrm>
    </dsp:sp>
    <dsp:sp modelId="{F976F507-888D-47C5-88C9-E2B6618FCE6A}">
      <dsp:nvSpPr>
        <dsp:cNvPr id="0" name=""/>
        <dsp:cNvSpPr/>
      </dsp:nvSpPr>
      <dsp:spPr>
        <a:xfrm>
          <a:off x="1800200" y="4034679"/>
          <a:ext cx="7200800" cy="0"/>
        </a:xfrm>
        <a:prstGeom prst="line">
          <a:avLst/>
        </a:prstGeom>
        <a:solidFill>
          <a:schemeClr val="accent2">
            <a:hueOff val="0"/>
            <a:satOff val="0"/>
            <a:lumOff val="0"/>
            <a:alphaOff val="0"/>
          </a:schemeClr>
        </a:solidFill>
        <a:ln w="25400" cap="flat" cmpd="sng" algn="ctr">
          <a:solidFill>
            <a:schemeClr val="accent2">
              <a:tint val="5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F3C13A7-5508-4FB8-BDAA-62829030763A}">
      <dsp:nvSpPr>
        <dsp:cNvPr id="0" name=""/>
        <dsp:cNvSpPr/>
      </dsp:nvSpPr>
      <dsp:spPr>
        <a:xfrm>
          <a:off x="721672" y="2567020"/>
          <a:ext cx="274379" cy="2352719"/>
        </a:xfrm>
        <a:custGeom>
          <a:avLst/>
          <a:gdLst/>
          <a:ahLst/>
          <a:cxnLst/>
          <a:rect l="0" t="0" r="0" b="0"/>
          <a:pathLst>
            <a:path>
              <a:moveTo>
                <a:pt x="0" y="0"/>
              </a:moveTo>
              <a:lnTo>
                <a:pt x="137189" y="0"/>
              </a:lnTo>
              <a:lnTo>
                <a:pt x="137189" y="2352719"/>
              </a:lnTo>
              <a:lnTo>
                <a:pt x="274379" y="2352719"/>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799645" y="3684163"/>
        <a:ext cx="118433" cy="118433"/>
      </dsp:txXfrm>
    </dsp:sp>
    <dsp:sp modelId="{E16F448A-5FAA-4ED4-82C4-1064CE330FEB}">
      <dsp:nvSpPr>
        <dsp:cNvPr id="0" name=""/>
        <dsp:cNvSpPr/>
      </dsp:nvSpPr>
      <dsp:spPr>
        <a:xfrm>
          <a:off x="721672" y="2567020"/>
          <a:ext cx="274379" cy="1829892"/>
        </a:xfrm>
        <a:custGeom>
          <a:avLst/>
          <a:gdLst/>
          <a:ahLst/>
          <a:cxnLst/>
          <a:rect l="0" t="0" r="0" b="0"/>
          <a:pathLst>
            <a:path>
              <a:moveTo>
                <a:pt x="0" y="0"/>
              </a:moveTo>
              <a:lnTo>
                <a:pt x="137189" y="0"/>
              </a:lnTo>
              <a:lnTo>
                <a:pt x="137189" y="1829892"/>
              </a:lnTo>
              <a:lnTo>
                <a:pt x="274379" y="1829892"/>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12603" y="3435708"/>
        <a:ext cx="92517" cy="92517"/>
      </dsp:txXfrm>
    </dsp:sp>
    <dsp:sp modelId="{86F1B2E0-67A4-4CF7-8ECB-7B44DAC51BBA}">
      <dsp:nvSpPr>
        <dsp:cNvPr id="0" name=""/>
        <dsp:cNvSpPr/>
      </dsp:nvSpPr>
      <dsp:spPr>
        <a:xfrm>
          <a:off x="721672" y="2567020"/>
          <a:ext cx="274379" cy="1307066"/>
        </a:xfrm>
        <a:custGeom>
          <a:avLst/>
          <a:gdLst/>
          <a:ahLst/>
          <a:cxnLst/>
          <a:rect l="0" t="0" r="0" b="0"/>
          <a:pathLst>
            <a:path>
              <a:moveTo>
                <a:pt x="0" y="0"/>
              </a:moveTo>
              <a:lnTo>
                <a:pt x="137189" y="0"/>
              </a:lnTo>
              <a:lnTo>
                <a:pt x="137189" y="1307066"/>
              </a:lnTo>
              <a:lnTo>
                <a:pt x="274379" y="1307066"/>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25473" y="3187164"/>
        <a:ext cx="66777" cy="66777"/>
      </dsp:txXfrm>
    </dsp:sp>
    <dsp:sp modelId="{CBBEA6C0-28C7-4930-BDAE-550F0EBE7AFD}">
      <dsp:nvSpPr>
        <dsp:cNvPr id="0" name=""/>
        <dsp:cNvSpPr/>
      </dsp:nvSpPr>
      <dsp:spPr>
        <a:xfrm>
          <a:off x="721672" y="2567020"/>
          <a:ext cx="274379" cy="784239"/>
        </a:xfrm>
        <a:custGeom>
          <a:avLst/>
          <a:gdLst/>
          <a:ahLst/>
          <a:cxnLst/>
          <a:rect l="0" t="0" r="0" b="0"/>
          <a:pathLst>
            <a:path>
              <a:moveTo>
                <a:pt x="0" y="0"/>
              </a:moveTo>
              <a:lnTo>
                <a:pt x="137189" y="0"/>
              </a:lnTo>
              <a:lnTo>
                <a:pt x="137189" y="784239"/>
              </a:lnTo>
              <a:lnTo>
                <a:pt x="274379" y="784239"/>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38090" y="2938369"/>
        <a:ext cx="41542" cy="41542"/>
      </dsp:txXfrm>
    </dsp:sp>
    <dsp:sp modelId="{A62C96AF-BBF5-4D8C-9EA4-301EE32DC5B3}">
      <dsp:nvSpPr>
        <dsp:cNvPr id="0" name=""/>
        <dsp:cNvSpPr/>
      </dsp:nvSpPr>
      <dsp:spPr>
        <a:xfrm>
          <a:off x="721672" y="2567020"/>
          <a:ext cx="274379" cy="261413"/>
        </a:xfrm>
        <a:custGeom>
          <a:avLst/>
          <a:gdLst/>
          <a:ahLst/>
          <a:cxnLst/>
          <a:rect l="0" t="0" r="0" b="0"/>
          <a:pathLst>
            <a:path>
              <a:moveTo>
                <a:pt x="0" y="0"/>
              </a:moveTo>
              <a:lnTo>
                <a:pt x="137189" y="0"/>
              </a:lnTo>
              <a:lnTo>
                <a:pt x="137189" y="261413"/>
              </a:lnTo>
              <a:lnTo>
                <a:pt x="274379" y="261413"/>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49387" y="2688252"/>
        <a:ext cx="18948" cy="18948"/>
      </dsp:txXfrm>
    </dsp:sp>
    <dsp:sp modelId="{6A5E0FC6-E519-4209-BC12-47501FC70E94}">
      <dsp:nvSpPr>
        <dsp:cNvPr id="0" name=""/>
        <dsp:cNvSpPr/>
      </dsp:nvSpPr>
      <dsp:spPr>
        <a:xfrm>
          <a:off x="721672" y="2305607"/>
          <a:ext cx="274379" cy="261413"/>
        </a:xfrm>
        <a:custGeom>
          <a:avLst/>
          <a:gdLst/>
          <a:ahLst/>
          <a:cxnLst/>
          <a:rect l="0" t="0" r="0" b="0"/>
          <a:pathLst>
            <a:path>
              <a:moveTo>
                <a:pt x="0" y="261413"/>
              </a:moveTo>
              <a:lnTo>
                <a:pt x="137189" y="261413"/>
              </a:lnTo>
              <a:lnTo>
                <a:pt x="137189" y="0"/>
              </a:lnTo>
              <a:lnTo>
                <a:pt x="274379" y="0"/>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49387" y="2426839"/>
        <a:ext cx="18948" cy="18948"/>
      </dsp:txXfrm>
    </dsp:sp>
    <dsp:sp modelId="{645856EC-D131-4A16-823B-42B62D1ECD27}">
      <dsp:nvSpPr>
        <dsp:cNvPr id="0" name=""/>
        <dsp:cNvSpPr/>
      </dsp:nvSpPr>
      <dsp:spPr>
        <a:xfrm>
          <a:off x="721672" y="1782780"/>
          <a:ext cx="274379" cy="784239"/>
        </a:xfrm>
        <a:custGeom>
          <a:avLst/>
          <a:gdLst/>
          <a:ahLst/>
          <a:cxnLst/>
          <a:rect l="0" t="0" r="0" b="0"/>
          <a:pathLst>
            <a:path>
              <a:moveTo>
                <a:pt x="0" y="784239"/>
              </a:moveTo>
              <a:lnTo>
                <a:pt x="137189" y="784239"/>
              </a:lnTo>
              <a:lnTo>
                <a:pt x="137189" y="0"/>
              </a:lnTo>
              <a:lnTo>
                <a:pt x="274379" y="0"/>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38090" y="2154129"/>
        <a:ext cx="41542" cy="41542"/>
      </dsp:txXfrm>
    </dsp:sp>
    <dsp:sp modelId="{FF7D666F-DE6A-414E-B9EF-E1819F05FAFF}">
      <dsp:nvSpPr>
        <dsp:cNvPr id="0" name=""/>
        <dsp:cNvSpPr/>
      </dsp:nvSpPr>
      <dsp:spPr>
        <a:xfrm>
          <a:off x="721672" y="1259954"/>
          <a:ext cx="274379" cy="1307066"/>
        </a:xfrm>
        <a:custGeom>
          <a:avLst/>
          <a:gdLst/>
          <a:ahLst/>
          <a:cxnLst/>
          <a:rect l="0" t="0" r="0" b="0"/>
          <a:pathLst>
            <a:path>
              <a:moveTo>
                <a:pt x="0" y="1307066"/>
              </a:moveTo>
              <a:lnTo>
                <a:pt x="137189" y="1307066"/>
              </a:lnTo>
              <a:lnTo>
                <a:pt x="137189" y="0"/>
              </a:lnTo>
              <a:lnTo>
                <a:pt x="274379" y="0"/>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25473" y="1880098"/>
        <a:ext cx="66777" cy="66777"/>
      </dsp:txXfrm>
    </dsp:sp>
    <dsp:sp modelId="{6E87CE87-E1D5-408B-832C-C02CEF1E9FB9}">
      <dsp:nvSpPr>
        <dsp:cNvPr id="0" name=""/>
        <dsp:cNvSpPr/>
      </dsp:nvSpPr>
      <dsp:spPr>
        <a:xfrm>
          <a:off x="721672" y="737127"/>
          <a:ext cx="274379" cy="1829892"/>
        </a:xfrm>
        <a:custGeom>
          <a:avLst/>
          <a:gdLst/>
          <a:ahLst/>
          <a:cxnLst/>
          <a:rect l="0" t="0" r="0" b="0"/>
          <a:pathLst>
            <a:path>
              <a:moveTo>
                <a:pt x="0" y="1829892"/>
              </a:moveTo>
              <a:lnTo>
                <a:pt x="137189" y="1829892"/>
              </a:lnTo>
              <a:lnTo>
                <a:pt x="137189" y="0"/>
              </a:lnTo>
              <a:lnTo>
                <a:pt x="274379" y="0"/>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812603" y="1605815"/>
        <a:ext cx="92517" cy="92517"/>
      </dsp:txXfrm>
    </dsp:sp>
    <dsp:sp modelId="{4E738C57-32AA-48DE-9D32-4AB4D97778EE}">
      <dsp:nvSpPr>
        <dsp:cNvPr id="0" name=""/>
        <dsp:cNvSpPr/>
      </dsp:nvSpPr>
      <dsp:spPr>
        <a:xfrm>
          <a:off x="721672" y="214301"/>
          <a:ext cx="274379" cy="2352719"/>
        </a:xfrm>
        <a:custGeom>
          <a:avLst/>
          <a:gdLst/>
          <a:ahLst/>
          <a:cxnLst/>
          <a:rect l="0" t="0" r="0" b="0"/>
          <a:pathLst>
            <a:path>
              <a:moveTo>
                <a:pt x="0" y="2352719"/>
              </a:moveTo>
              <a:lnTo>
                <a:pt x="137189" y="2352719"/>
              </a:lnTo>
              <a:lnTo>
                <a:pt x="137189" y="0"/>
              </a:lnTo>
              <a:lnTo>
                <a:pt x="274379" y="0"/>
              </a:lnTo>
            </a:path>
          </a:pathLst>
        </a:custGeom>
        <a:noFill/>
        <a:ln w="25400" cap="flat" cmpd="sng" algn="ctr">
          <a:solidFill>
            <a:schemeClr val="accent5">
              <a:lumMod val="60000"/>
              <a:lumOff val="4000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p>
      </dsp:txBody>
      <dsp:txXfrm>
        <a:off x="799645" y="1331444"/>
        <a:ext cx="118433" cy="118433"/>
      </dsp:txXfrm>
    </dsp:sp>
    <dsp:sp modelId="{875679F0-D398-4427-BB74-FE0A0A22E527}">
      <dsp:nvSpPr>
        <dsp:cNvPr id="0" name=""/>
        <dsp:cNvSpPr/>
      </dsp:nvSpPr>
      <dsp:spPr>
        <a:xfrm rot="16200000">
          <a:off x="-1028536" y="2230324"/>
          <a:ext cx="2827027" cy="673392"/>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tr-TR" sz="2000" b="1" kern="1200" dirty="0">
              <a:solidFill>
                <a:schemeClr val="tx1"/>
              </a:solidFill>
            </a:rPr>
            <a:t> Mustafa Mert ÇAKA</a:t>
          </a:r>
        </a:p>
      </dsp:txBody>
      <dsp:txXfrm>
        <a:off x="-1028536" y="2230324"/>
        <a:ext cx="2827027" cy="673392"/>
      </dsp:txXfrm>
    </dsp:sp>
    <dsp:sp modelId="{3699AE75-3416-4F1B-856A-E2CD586485A3}">
      <dsp:nvSpPr>
        <dsp:cNvPr id="0" name=""/>
        <dsp:cNvSpPr/>
      </dsp:nvSpPr>
      <dsp:spPr>
        <a:xfrm>
          <a:off x="996051" y="5170"/>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Sürekli Dökümler Müdürlüğü</a:t>
          </a:r>
        </a:p>
      </dsp:txBody>
      <dsp:txXfrm>
        <a:off x="996051" y="5170"/>
        <a:ext cx="1980003" cy="418261"/>
      </dsp:txXfrm>
    </dsp:sp>
    <dsp:sp modelId="{1EEEC758-3B78-40B0-A6CD-6328E3691945}">
      <dsp:nvSpPr>
        <dsp:cNvPr id="0" name=""/>
        <dsp:cNvSpPr/>
      </dsp:nvSpPr>
      <dsp:spPr>
        <a:xfrm>
          <a:off x="996051" y="527997"/>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Nakliyat Müdürlüğü</a:t>
          </a:r>
        </a:p>
      </dsp:txBody>
      <dsp:txXfrm>
        <a:off x="996051" y="527997"/>
        <a:ext cx="1980003" cy="418261"/>
      </dsp:txXfrm>
    </dsp:sp>
    <dsp:sp modelId="{354358D7-4E80-4A56-992B-55A136D4DFE7}">
      <dsp:nvSpPr>
        <dsp:cNvPr id="0" name=""/>
        <dsp:cNvSpPr/>
      </dsp:nvSpPr>
      <dsp:spPr>
        <a:xfrm>
          <a:off x="996051" y="1050823"/>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Yardımcı İşletmeler Müdürlüğü</a:t>
          </a:r>
        </a:p>
      </dsp:txBody>
      <dsp:txXfrm>
        <a:off x="996051" y="1050823"/>
        <a:ext cx="1980003" cy="418261"/>
      </dsp:txXfrm>
    </dsp:sp>
    <dsp:sp modelId="{8A8F39CE-090E-4E20-A284-EBCC2832DA5C}">
      <dsp:nvSpPr>
        <dsp:cNvPr id="0" name=""/>
        <dsp:cNvSpPr/>
      </dsp:nvSpPr>
      <dsp:spPr>
        <a:xfrm>
          <a:off x="996051" y="1573650"/>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Kalite </a:t>
          </a:r>
          <a:r>
            <a:rPr lang="tr-TR" sz="1200" kern="1200" dirty="0" err="1">
              <a:solidFill>
                <a:schemeClr val="tx1"/>
              </a:solidFill>
            </a:rPr>
            <a:t>Metalurji</a:t>
          </a:r>
          <a:r>
            <a:rPr lang="tr-TR" sz="1200" kern="1200" dirty="0">
              <a:solidFill>
                <a:schemeClr val="tx1"/>
              </a:solidFill>
            </a:rPr>
            <a:t> Müdürlüğü</a:t>
          </a:r>
        </a:p>
      </dsp:txBody>
      <dsp:txXfrm>
        <a:off x="996051" y="1573650"/>
        <a:ext cx="1980003" cy="418261"/>
      </dsp:txXfrm>
    </dsp:sp>
    <dsp:sp modelId="{166330FB-6542-4577-9600-B59EC4F63947}">
      <dsp:nvSpPr>
        <dsp:cNvPr id="0" name=""/>
        <dsp:cNvSpPr/>
      </dsp:nvSpPr>
      <dsp:spPr>
        <a:xfrm>
          <a:off x="996051" y="2096476"/>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Laboratuvarlar Müdürlüğü</a:t>
          </a:r>
        </a:p>
      </dsp:txBody>
      <dsp:txXfrm>
        <a:off x="996051" y="2096476"/>
        <a:ext cx="1980003" cy="418261"/>
      </dsp:txXfrm>
    </dsp:sp>
    <dsp:sp modelId="{1D52A30F-185D-43D8-8A55-7F90DC0525CC}">
      <dsp:nvSpPr>
        <dsp:cNvPr id="0" name=""/>
        <dsp:cNvSpPr/>
      </dsp:nvSpPr>
      <dsp:spPr>
        <a:xfrm>
          <a:off x="996051" y="2619303"/>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err="1">
              <a:solidFill>
                <a:schemeClr val="tx1"/>
              </a:solidFill>
            </a:rPr>
            <a:t>Sinter</a:t>
          </a:r>
          <a:r>
            <a:rPr lang="tr-TR" sz="1200" kern="1200" dirty="0">
              <a:solidFill>
                <a:schemeClr val="tx1"/>
              </a:solidFill>
            </a:rPr>
            <a:t> ve </a:t>
          </a:r>
          <a:r>
            <a:rPr lang="tr-TR" sz="1200" kern="1200" dirty="0" err="1">
              <a:solidFill>
                <a:schemeClr val="tx1"/>
              </a:solidFill>
            </a:rPr>
            <a:t>Hammade</a:t>
          </a:r>
          <a:r>
            <a:rPr lang="tr-TR" sz="1200" kern="1200" dirty="0">
              <a:solidFill>
                <a:schemeClr val="tx1"/>
              </a:solidFill>
            </a:rPr>
            <a:t> </a:t>
          </a:r>
          <a:r>
            <a:rPr lang="tr-TR" sz="1200" kern="1200" dirty="0" err="1">
              <a:solidFill>
                <a:schemeClr val="tx1"/>
              </a:solidFill>
            </a:rPr>
            <a:t>Maniplasyon</a:t>
          </a:r>
          <a:r>
            <a:rPr lang="tr-TR" sz="1200" kern="1200" dirty="0">
              <a:solidFill>
                <a:schemeClr val="tx1"/>
              </a:solidFill>
            </a:rPr>
            <a:t> Müdürlüğü</a:t>
          </a:r>
        </a:p>
      </dsp:txBody>
      <dsp:txXfrm>
        <a:off x="996051" y="2619303"/>
        <a:ext cx="1980003" cy="418261"/>
      </dsp:txXfrm>
    </dsp:sp>
    <dsp:sp modelId="{0D45927B-FEE1-4611-B8FC-1B393A698031}">
      <dsp:nvSpPr>
        <dsp:cNvPr id="0" name=""/>
        <dsp:cNvSpPr/>
      </dsp:nvSpPr>
      <dsp:spPr>
        <a:xfrm>
          <a:off x="996051" y="3142129"/>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Elektronik Otomasyon Müdürlüğü</a:t>
          </a:r>
        </a:p>
      </dsp:txBody>
      <dsp:txXfrm>
        <a:off x="996051" y="3142129"/>
        <a:ext cx="1980003" cy="418261"/>
      </dsp:txXfrm>
    </dsp:sp>
    <dsp:sp modelId="{0ECBD9E5-5E1C-4626-9ABC-02A45AEBB2D5}">
      <dsp:nvSpPr>
        <dsp:cNvPr id="0" name=""/>
        <dsp:cNvSpPr/>
      </dsp:nvSpPr>
      <dsp:spPr>
        <a:xfrm>
          <a:off x="996051" y="3664956"/>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Eğitim Müdürlüğü</a:t>
          </a:r>
        </a:p>
      </dsp:txBody>
      <dsp:txXfrm>
        <a:off x="996051" y="3664956"/>
        <a:ext cx="1980003" cy="418261"/>
      </dsp:txXfrm>
    </dsp:sp>
    <dsp:sp modelId="{35CDAA0A-835F-49ED-97AD-D4736A0442E1}">
      <dsp:nvSpPr>
        <dsp:cNvPr id="0" name=""/>
        <dsp:cNvSpPr/>
      </dsp:nvSpPr>
      <dsp:spPr>
        <a:xfrm>
          <a:off x="996051" y="4187782"/>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Deniz Nakliyat Koordinasyon ve Kontrol Müdürlüğü</a:t>
          </a:r>
        </a:p>
      </dsp:txBody>
      <dsp:txXfrm>
        <a:off x="996051" y="4187782"/>
        <a:ext cx="1980003" cy="418261"/>
      </dsp:txXfrm>
    </dsp:sp>
    <dsp:sp modelId="{63E43885-E693-4B03-B9BA-43F8ACFCB924}">
      <dsp:nvSpPr>
        <dsp:cNvPr id="0" name=""/>
        <dsp:cNvSpPr/>
      </dsp:nvSpPr>
      <dsp:spPr>
        <a:xfrm>
          <a:off x="996051" y="4710608"/>
          <a:ext cx="1980003" cy="418261"/>
        </a:xfrm>
        <a:prstGeom prst="rect">
          <a:avLst/>
        </a:prstGeom>
        <a:solidFill>
          <a:schemeClr val="accent5">
            <a:lumMod val="40000"/>
            <a:lumOff val="6000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1. Sıcak Haddehane Müdürlüğü</a:t>
          </a:r>
        </a:p>
      </dsp:txBody>
      <dsp:txXfrm>
        <a:off x="996051" y="4710608"/>
        <a:ext cx="1980003" cy="41826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16F448A-5FAA-4ED4-82C4-1064CE330FEB}">
      <dsp:nvSpPr>
        <dsp:cNvPr id="0" name=""/>
        <dsp:cNvSpPr/>
      </dsp:nvSpPr>
      <dsp:spPr>
        <a:xfrm>
          <a:off x="595873" y="2567020"/>
          <a:ext cx="249761" cy="949032"/>
        </a:xfrm>
        <a:custGeom>
          <a:avLst/>
          <a:gdLst/>
          <a:ahLst/>
          <a:cxnLst/>
          <a:rect l="0" t="0" r="0" b="0"/>
          <a:pathLst>
            <a:path>
              <a:moveTo>
                <a:pt x="0" y="0"/>
              </a:moveTo>
              <a:lnTo>
                <a:pt x="124880" y="0"/>
              </a:lnTo>
              <a:lnTo>
                <a:pt x="124880" y="949032"/>
              </a:lnTo>
              <a:lnTo>
                <a:pt x="249761" y="949032"/>
              </a:lnTo>
            </a:path>
          </a:pathLst>
        </a:custGeom>
        <a:noFill/>
        <a:ln w="25400" cap="flat" cmpd="sng" algn="ctr">
          <a:solidFill>
            <a:srgbClr val="02E8CD"/>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696220" y="3017003"/>
        <a:ext cx="49067" cy="49067"/>
      </dsp:txXfrm>
    </dsp:sp>
    <dsp:sp modelId="{86F1B2E0-67A4-4CF7-8ECB-7B44DAC51BBA}">
      <dsp:nvSpPr>
        <dsp:cNvPr id="0" name=""/>
        <dsp:cNvSpPr/>
      </dsp:nvSpPr>
      <dsp:spPr>
        <a:xfrm>
          <a:off x="595873" y="2567020"/>
          <a:ext cx="249761" cy="474516"/>
        </a:xfrm>
        <a:custGeom>
          <a:avLst/>
          <a:gdLst/>
          <a:ahLst/>
          <a:cxnLst/>
          <a:rect l="0" t="0" r="0" b="0"/>
          <a:pathLst>
            <a:path>
              <a:moveTo>
                <a:pt x="0" y="0"/>
              </a:moveTo>
              <a:lnTo>
                <a:pt x="124880" y="0"/>
              </a:lnTo>
              <a:lnTo>
                <a:pt x="124880" y="474516"/>
              </a:lnTo>
              <a:lnTo>
                <a:pt x="249761" y="474516"/>
              </a:lnTo>
            </a:path>
          </a:pathLst>
        </a:custGeom>
        <a:noFill/>
        <a:ln w="25400" cap="flat" cmpd="sng" algn="ctr">
          <a:solidFill>
            <a:srgbClr val="02E8CD"/>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07348" y="2790872"/>
        <a:ext cx="26811" cy="26811"/>
      </dsp:txXfrm>
    </dsp:sp>
    <dsp:sp modelId="{CBBEA6C0-28C7-4930-BDAE-550F0EBE7AFD}">
      <dsp:nvSpPr>
        <dsp:cNvPr id="0" name=""/>
        <dsp:cNvSpPr/>
      </dsp:nvSpPr>
      <dsp:spPr>
        <a:xfrm>
          <a:off x="595873" y="2521300"/>
          <a:ext cx="249761" cy="91440"/>
        </a:xfrm>
        <a:custGeom>
          <a:avLst/>
          <a:gdLst/>
          <a:ahLst/>
          <a:cxnLst/>
          <a:rect l="0" t="0" r="0" b="0"/>
          <a:pathLst>
            <a:path>
              <a:moveTo>
                <a:pt x="0" y="45720"/>
              </a:moveTo>
              <a:lnTo>
                <a:pt x="249761" y="45720"/>
              </a:lnTo>
            </a:path>
          </a:pathLst>
        </a:custGeom>
        <a:noFill/>
        <a:ln w="25400" cap="flat" cmpd="sng" algn="ctr">
          <a:solidFill>
            <a:srgbClr val="02E8CD"/>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14509" y="2560776"/>
        <a:ext cx="12488" cy="12488"/>
      </dsp:txXfrm>
    </dsp:sp>
    <dsp:sp modelId="{6A5E0FC6-E519-4209-BC12-47501FC70E94}">
      <dsp:nvSpPr>
        <dsp:cNvPr id="0" name=""/>
        <dsp:cNvSpPr/>
      </dsp:nvSpPr>
      <dsp:spPr>
        <a:xfrm>
          <a:off x="595873" y="2092504"/>
          <a:ext cx="249761" cy="474516"/>
        </a:xfrm>
        <a:custGeom>
          <a:avLst/>
          <a:gdLst/>
          <a:ahLst/>
          <a:cxnLst/>
          <a:rect l="0" t="0" r="0" b="0"/>
          <a:pathLst>
            <a:path>
              <a:moveTo>
                <a:pt x="0" y="474516"/>
              </a:moveTo>
              <a:lnTo>
                <a:pt x="124880" y="474516"/>
              </a:lnTo>
              <a:lnTo>
                <a:pt x="124880" y="0"/>
              </a:lnTo>
              <a:lnTo>
                <a:pt x="249761" y="0"/>
              </a:lnTo>
            </a:path>
          </a:pathLst>
        </a:custGeom>
        <a:noFill/>
        <a:ln w="25400" cap="flat" cmpd="sng" algn="ctr">
          <a:solidFill>
            <a:srgbClr val="02E8CD"/>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07348" y="2316356"/>
        <a:ext cx="26811" cy="26811"/>
      </dsp:txXfrm>
    </dsp:sp>
    <dsp:sp modelId="{FF7D666F-DE6A-414E-B9EF-E1819F05FAFF}">
      <dsp:nvSpPr>
        <dsp:cNvPr id="0" name=""/>
        <dsp:cNvSpPr/>
      </dsp:nvSpPr>
      <dsp:spPr>
        <a:xfrm>
          <a:off x="595873" y="1617987"/>
          <a:ext cx="249761" cy="949032"/>
        </a:xfrm>
        <a:custGeom>
          <a:avLst/>
          <a:gdLst/>
          <a:ahLst/>
          <a:cxnLst/>
          <a:rect l="0" t="0" r="0" b="0"/>
          <a:pathLst>
            <a:path>
              <a:moveTo>
                <a:pt x="0" y="949032"/>
              </a:moveTo>
              <a:lnTo>
                <a:pt x="124880" y="949032"/>
              </a:lnTo>
              <a:lnTo>
                <a:pt x="124880" y="0"/>
              </a:lnTo>
              <a:lnTo>
                <a:pt x="249761" y="0"/>
              </a:lnTo>
            </a:path>
          </a:pathLst>
        </a:custGeom>
        <a:noFill/>
        <a:ln w="25400" cap="flat" cmpd="sng" algn="ctr">
          <a:solidFill>
            <a:srgbClr val="02E8CD"/>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696220" y="2067970"/>
        <a:ext cx="49067" cy="49067"/>
      </dsp:txXfrm>
    </dsp:sp>
    <dsp:sp modelId="{875679F0-D398-4427-BB74-FE0A0A22E527}">
      <dsp:nvSpPr>
        <dsp:cNvPr id="0" name=""/>
        <dsp:cNvSpPr/>
      </dsp:nvSpPr>
      <dsp:spPr>
        <a:xfrm rot="16200000">
          <a:off x="-919305" y="2269451"/>
          <a:ext cx="2435218" cy="595138"/>
        </a:xfrm>
        <a:prstGeom prst="rect">
          <a:avLst/>
        </a:prstGeom>
        <a:solidFill>
          <a:srgbClr val="02E8CD"/>
        </a:solidFill>
        <a:ln w="25400" cap="flat" cmpd="sng" algn="ctr">
          <a:solidFill>
            <a:prstClr val="white">
              <a:hueOff val="0"/>
              <a:satOff val="0"/>
              <a:lumOff val="0"/>
              <a:alphaOff val="0"/>
            </a:prst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2000" b="1" kern="1200" dirty="0">
              <a:solidFill>
                <a:prstClr val="black"/>
              </a:solidFill>
              <a:latin typeface="Calibri"/>
              <a:ea typeface="+mn-ea"/>
              <a:cs typeface="+mn-cs"/>
            </a:rPr>
            <a:t>Bengü TAŞDELEN</a:t>
          </a:r>
        </a:p>
      </dsp:txBody>
      <dsp:txXfrm>
        <a:off x="-919305" y="2269451"/>
        <a:ext cx="2435218" cy="595138"/>
      </dsp:txXfrm>
    </dsp:sp>
    <dsp:sp modelId="{354358D7-4E80-4A56-992B-55A136D4DFE7}">
      <dsp:nvSpPr>
        <dsp:cNvPr id="0" name=""/>
        <dsp:cNvSpPr/>
      </dsp:nvSpPr>
      <dsp:spPr>
        <a:xfrm>
          <a:off x="845634" y="1428180"/>
          <a:ext cx="1979447" cy="379613"/>
        </a:xfrm>
        <a:prstGeom prst="rect">
          <a:avLst/>
        </a:prstGeom>
        <a:solidFill>
          <a:srgbClr val="02E8C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AR-GE Direktörlüğü</a:t>
          </a:r>
        </a:p>
      </dsp:txBody>
      <dsp:txXfrm>
        <a:off x="845634" y="1428180"/>
        <a:ext cx="1979447" cy="379613"/>
      </dsp:txXfrm>
    </dsp:sp>
    <dsp:sp modelId="{166330FB-6542-4577-9600-B59EC4F63947}">
      <dsp:nvSpPr>
        <dsp:cNvPr id="0" name=""/>
        <dsp:cNvSpPr/>
      </dsp:nvSpPr>
      <dsp:spPr>
        <a:xfrm>
          <a:off x="845634" y="1902697"/>
          <a:ext cx="1979447" cy="379613"/>
        </a:xfrm>
        <a:prstGeom prst="rect">
          <a:avLst/>
        </a:prstGeom>
        <a:solidFill>
          <a:srgbClr val="02E8C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Destek Hizmetleri Müdürlüğü</a:t>
          </a:r>
        </a:p>
      </dsp:txBody>
      <dsp:txXfrm>
        <a:off x="845634" y="1902697"/>
        <a:ext cx="1979447" cy="379613"/>
      </dsp:txXfrm>
    </dsp:sp>
    <dsp:sp modelId="{0D45927B-FEE1-4611-B8FC-1B393A698031}">
      <dsp:nvSpPr>
        <dsp:cNvPr id="0" name=""/>
        <dsp:cNvSpPr/>
      </dsp:nvSpPr>
      <dsp:spPr>
        <a:xfrm>
          <a:off x="845634" y="2377213"/>
          <a:ext cx="1979447" cy="379613"/>
        </a:xfrm>
        <a:prstGeom prst="rect">
          <a:avLst/>
        </a:prstGeom>
        <a:solidFill>
          <a:srgbClr val="02E8C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Yüksek Fırınlar Müdürlüğü</a:t>
          </a:r>
        </a:p>
      </dsp:txBody>
      <dsp:txXfrm>
        <a:off x="845634" y="2377213"/>
        <a:ext cx="1979447" cy="379613"/>
      </dsp:txXfrm>
    </dsp:sp>
    <dsp:sp modelId="{0ECBD9E5-5E1C-4626-9ABC-02A45AEBB2D5}">
      <dsp:nvSpPr>
        <dsp:cNvPr id="0" name=""/>
        <dsp:cNvSpPr/>
      </dsp:nvSpPr>
      <dsp:spPr>
        <a:xfrm>
          <a:off x="845634" y="2851730"/>
          <a:ext cx="1979447" cy="379613"/>
        </a:xfrm>
        <a:prstGeom prst="rect">
          <a:avLst/>
        </a:prstGeom>
        <a:solidFill>
          <a:srgbClr val="02E8C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Elektrik Bakım Müdürlüğü</a:t>
          </a:r>
        </a:p>
      </dsp:txBody>
      <dsp:txXfrm>
        <a:off x="845634" y="2851730"/>
        <a:ext cx="1979447" cy="379613"/>
      </dsp:txXfrm>
    </dsp:sp>
    <dsp:sp modelId="{35CDAA0A-835F-49ED-97AD-D4736A0442E1}">
      <dsp:nvSpPr>
        <dsp:cNvPr id="0" name=""/>
        <dsp:cNvSpPr/>
      </dsp:nvSpPr>
      <dsp:spPr>
        <a:xfrm>
          <a:off x="845634" y="3326246"/>
          <a:ext cx="1979447" cy="379613"/>
        </a:xfrm>
        <a:prstGeom prst="rect">
          <a:avLst/>
        </a:prstGeom>
        <a:solidFill>
          <a:srgbClr val="02E8CD"/>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Stok Yönetim Müdürlüğü</a:t>
          </a:r>
        </a:p>
      </dsp:txBody>
      <dsp:txXfrm>
        <a:off x="845634" y="3326246"/>
        <a:ext cx="1979447" cy="37961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183D770-B144-440D-998A-D5BF2C986FC4}">
      <dsp:nvSpPr>
        <dsp:cNvPr id="0" name=""/>
        <dsp:cNvSpPr/>
      </dsp:nvSpPr>
      <dsp:spPr>
        <a:xfrm>
          <a:off x="655901" y="2567020"/>
          <a:ext cx="273442" cy="2344689"/>
        </a:xfrm>
        <a:custGeom>
          <a:avLst/>
          <a:gdLst/>
          <a:ahLst/>
          <a:cxnLst/>
          <a:rect l="0" t="0" r="0" b="0"/>
          <a:pathLst>
            <a:path>
              <a:moveTo>
                <a:pt x="0" y="0"/>
              </a:moveTo>
              <a:lnTo>
                <a:pt x="136721" y="0"/>
              </a:lnTo>
              <a:lnTo>
                <a:pt x="136721" y="2344689"/>
              </a:lnTo>
              <a:lnTo>
                <a:pt x="273442" y="2344689"/>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a:off x="733608" y="3680350"/>
        <a:ext cx="118029" cy="118029"/>
      </dsp:txXfrm>
    </dsp:sp>
    <dsp:sp modelId="{BA226AF1-E6D4-4EF7-9F3B-CFEA96BF79C8}">
      <dsp:nvSpPr>
        <dsp:cNvPr id="0" name=""/>
        <dsp:cNvSpPr/>
      </dsp:nvSpPr>
      <dsp:spPr>
        <a:xfrm>
          <a:off x="655901" y="2567020"/>
          <a:ext cx="273442" cy="1823647"/>
        </a:xfrm>
        <a:custGeom>
          <a:avLst/>
          <a:gdLst/>
          <a:ahLst/>
          <a:cxnLst/>
          <a:rect l="0" t="0" r="0" b="0"/>
          <a:pathLst>
            <a:path>
              <a:moveTo>
                <a:pt x="0" y="0"/>
              </a:moveTo>
              <a:lnTo>
                <a:pt x="136721" y="0"/>
              </a:lnTo>
              <a:lnTo>
                <a:pt x="136721" y="1823647"/>
              </a:lnTo>
              <a:lnTo>
                <a:pt x="273442" y="1823647"/>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tr-TR" sz="600" kern="1200"/>
        </a:p>
      </dsp:txBody>
      <dsp:txXfrm>
        <a:off x="746521" y="3432743"/>
        <a:ext cx="92201" cy="92201"/>
      </dsp:txXfrm>
    </dsp:sp>
    <dsp:sp modelId="{148B6185-3E48-46AF-B091-34096F59F50D}">
      <dsp:nvSpPr>
        <dsp:cNvPr id="0" name=""/>
        <dsp:cNvSpPr/>
      </dsp:nvSpPr>
      <dsp:spPr>
        <a:xfrm>
          <a:off x="655901" y="2567020"/>
          <a:ext cx="273442" cy="1302605"/>
        </a:xfrm>
        <a:custGeom>
          <a:avLst/>
          <a:gdLst/>
          <a:ahLst/>
          <a:cxnLst/>
          <a:rect l="0" t="0" r="0" b="0"/>
          <a:pathLst>
            <a:path>
              <a:moveTo>
                <a:pt x="0" y="0"/>
              </a:moveTo>
              <a:lnTo>
                <a:pt x="136721" y="0"/>
              </a:lnTo>
              <a:lnTo>
                <a:pt x="136721" y="1302605"/>
              </a:lnTo>
              <a:lnTo>
                <a:pt x="273442" y="1302605"/>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tr-TR" sz="500" kern="1200"/>
        </a:p>
      </dsp:txBody>
      <dsp:txXfrm>
        <a:off x="759347" y="3185048"/>
        <a:ext cx="66549" cy="66549"/>
      </dsp:txXfrm>
    </dsp:sp>
    <dsp:sp modelId="{B57FE216-3BD1-4B80-B4E6-2C3F6069CD15}">
      <dsp:nvSpPr>
        <dsp:cNvPr id="0" name=""/>
        <dsp:cNvSpPr/>
      </dsp:nvSpPr>
      <dsp:spPr>
        <a:xfrm>
          <a:off x="655901" y="2567020"/>
          <a:ext cx="273442" cy="781563"/>
        </a:xfrm>
        <a:custGeom>
          <a:avLst/>
          <a:gdLst/>
          <a:ahLst/>
          <a:cxnLst/>
          <a:rect l="0" t="0" r="0" b="0"/>
          <a:pathLst>
            <a:path>
              <a:moveTo>
                <a:pt x="0" y="0"/>
              </a:moveTo>
              <a:lnTo>
                <a:pt x="136721" y="0"/>
              </a:lnTo>
              <a:lnTo>
                <a:pt x="136721" y="781563"/>
              </a:lnTo>
              <a:lnTo>
                <a:pt x="273442" y="781563"/>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tr-TR" sz="500" kern="1200"/>
        </a:p>
      </dsp:txBody>
      <dsp:txXfrm>
        <a:off x="771922" y="2937101"/>
        <a:ext cx="41400" cy="41400"/>
      </dsp:txXfrm>
    </dsp:sp>
    <dsp:sp modelId="{569F4181-24DE-4B6C-B3AB-BA3391957A0F}">
      <dsp:nvSpPr>
        <dsp:cNvPr id="0" name=""/>
        <dsp:cNvSpPr/>
      </dsp:nvSpPr>
      <dsp:spPr>
        <a:xfrm>
          <a:off x="655901" y="2567020"/>
          <a:ext cx="273442" cy="260521"/>
        </a:xfrm>
        <a:custGeom>
          <a:avLst/>
          <a:gdLst/>
          <a:ahLst/>
          <a:cxnLst/>
          <a:rect l="0" t="0" r="0" b="0"/>
          <a:pathLst>
            <a:path>
              <a:moveTo>
                <a:pt x="0" y="0"/>
              </a:moveTo>
              <a:lnTo>
                <a:pt x="136721" y="0"/>
              </a:lnTo>
              <a:lnTo>
                <a:pt x="136721" y="260521"/>
              </a:lnTo>
              <a:lnTo>
                <a:pt x="273442" y="260521"/>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tr-TR" sz="500" kern="1200"/>
        </a:p>
      </dsp:txBody>
      <dsp:txXfrm>
        <a:off x="783180" y="2687839"/>
        <a:ext cx="18884" cy="18884"/>
      </dsp:txXfrm>
    </dsp:sp>
    <dsp:sp modelId="{71DA4336-7595-49FD-A10E-B20C1F188EDC}">
      <dsp:nvSpPr>
        <dsp:cNvPr id="0" name=""/>
        <dsp:cNvSpPr/>
      </dsp:nvSpPr>
      <dsp:spPr>
        <a:xfrm>
          <a:off x="655901" y="2306499"/>
          <a:ext cx="273442" cy="260521"/>
        </a:xfrm>
        <a:custGeom>
          <a:avLst/>
          <a:gdLst/>
          <a:ahLst/>
          <a:cxnLst/>
          <a:rect l="0" t="0" r="0" b="0"/>
          <a:pathLst>
            <a:path>
              <a:moveTo>
                <a:pt x="0" y="260521"/>
              </a:moveTo>
              <a:lnTo>
                <a:pt x="136721" y="260521"/>
              </a:lnTo>
              <a:lnTo>
                <a:pt x="136721" y="0"/>
              </a:lnTo>
              <a:lnTo>
                <a:pt x="273442" y="0"/>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tr-TR" sz="500" kern="1200"/>
        </a:p>
      </dsp:txBody>
      <dsp:txXfrm>
        <a:off x="783180" y="2427317"/>
        <a:ext cx="18884" cy="18884"/>
      </dsp:txXfrm>
    </dsp:sp>
    <dsp:sp modelId="{0AD3943C-7BB2-4727-9521-62F2AE097DCF}">
      <dsp:nvSpPr>
        <dsp:cNvPr id="0" name=""/>
        <dsp:cNvSpPr/>
      </dsp:nvSpPr>
      <dsp:spPr>
        <a:xfrm>
          <a:off x="655901" y="1785457"/>
          <a:ext cx="273442" cy="781563"/>
        </a:xfrm>
        <a:custGeom>
          <a:avLst/>
          <a:gdLst/>
          <a:ahLst/>
          <a:cxnLst/>
          <a:rect l="0" t="0" r="0" b="0"/>
          <a:pathLst>
            <a:path>
              <a:moveTo>
                <a:pt x="0" y="781563"/>
              </a:moveTo>
              <a:lnTo>
                <a:pt x="136721" y="781563"/>
              </a:lnTo>
              <a:lnTo>
                <a:pt x="136721" y="0"/>
              </a:lnTo>
              <a:lnTo>
                <a:pt x="273442" y="0"/>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tr-TR" sz="500" kern="1200"/>
        </a:p>
      </dsp:txBody>
      <dsp:txXfrm>
        <a:off x="771922" y="2155538"/>
        <a:ext cx="41400" cy="41400"/>
      </dsp:txXfrm>
    </dsp:sp>
    <dsp:sp modelId="{B1074630-6ADD-441C-9D0C-93FFECD4F7D9}">
      <dsp:nvSpPr>
        <dsp:cNvPr id="0" name=""/>
        <dsp:cNvSpPr/>
      </dsp:nvSpPr>
      <dsp:spPr>
        <a:xfrm>
          <a:off x="655901" y="1264415"/>
          <a:ext cx="273442" cy="1302605"/>
        </a:xfrm>
        <a:custGeom>
          <a:avLst/>
          <a:gdLst/>
          <a:ahLst/>
          <a:cxnLst/>
          <a:rect l="0" t="0" r="0" b="0"/>
          <a:pathLst>
            <a:path>
              <a:moveTo>
                <a:pt x="0" y="1302605"/>
              </a:moveTo>
              <a:lnTo>
                <a:pt x="136721" y="1302605"/>
              </a:lnTo>
              <a:lnTo>
                <a:pt x="136721" y="0"/>
              </a:lnTo>
              <a:lnTo>
                <a:pt x="273442" y="0"/>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tr-TR" sz="500" kern="1200"/>
        </a:p>
      </dsp:txBody>
      <dsp:txXfrm>
        <a:off x="759347" y="1882443"/>
        <a:ext cx="66549" cy="66549"/>
      </dsp:txXfrm>
    </dsp:sp>
    <dsp:sp modelId="{5FFFBD32-E6CF-4E1F-9191-99F5B5388A9C}">
      <dsp:nvSpPr>
        <dsp:cNvPr id="0" name=""/>
        <dsp:cNvSpPr/>
      </dsp:nvSpPr>
      <dsp:spPr>
        <a:xfrm>
          <a:off x="655901" y="743373"/>
          <a:ext cx="273442" cy="1823647"/>
        </a:xfrm>
        <a:custGeom>
          <a:avLst/>
          <a:gdLst/>
          <a:ahLst/>
          <a:cxnLst/>
          <a:rect l="0" t="0" r="0" b="0"/>
          <a:pathLst>
            <a:path>
              <a:moveTo>
                <a:pt x="0" y="1823647"/>
              </a:moveTo>
              <a:lnTo>
                <a:pt x="136721" y="1823647"/>
              </a:lnTo>
              <a:lnTo>
                <a:pt x="136721" y="0"/>
              </a:lnTo>
              <a:lnTo>
                <a:pt x="273442" y="0"/>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tr-TR" sz="600" kern="1200"/>
        </a:p>
      </dsp:txBody>
      <dsp:txXfrm>
        <a:off x="746521" y="1609096"/>
        <a:ext cx="92201" cy="92201"/>
      </dsp:txXfrm>
    </dsp:sp>
    <dsp:sp modelId="{63C755C7-7923-4470-B57A-AC7A3114EA4F}">
      <dsp:nvSpPr>
        <dsp:cNvPr id="0" name=""/>
        <dsp:cNvSpPr/>
      </dsp:nvSpPr>
      <dsp:spPr>
        <a:xfrm>
          <a:off x="655901" y="222331"/>
          <a:ext cx="273442" cy="2344689"/>
        </a:xfrm>
        <a:custGeom>
          <a:avLst/>
          <a:gdLst/>
          <a:ahLst/>
          <a:cxnLst/>
          <a:rect l="0" t="0" r="0" b="0"/>
          <a:pathLst>
            <a:path>
              <a:moveTo>
                <a:pt x="0" y="2344689"/>
              </a:moveTo>
              <a:lnTo>
                <a:pt x="136721" y="2344689"/>
              </a:lnTo>
              <a:lnTo>
                <a:pt x="136721" y="0"/>
              </a:lnTo>
              <a:lnTo>
                <a:pt x="273442" y="0"/>
              </a:lnTo>
            </a:path>
          </a:pathLst>
        </a:custGeom>
        <a:noFill/>
        <a:ln w="25400" cap="flat" cmpd="sng" algn="ctr">
          <a:solidFill>
            <a:srgbClr val="1184B7"/>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tr-TR" sz="800" kern="1200"/>
        </a:p>
      </dsp:txBody>
      <dsp:txXfrm>
        <a:off x="733608" y="1335661"/>
        <a:ext cx="118029" cy="118029"/>
      </dsp:txXfrm>
    </dsp:sp>
    <dsp:sp modelId="{875679F0-D398-4427-BB74-FE0A0A22E527}">
      <dsp:nvSpPr>
        <dsp:cNvPr id="0" name=""/>
        <dsp:cNvSpPr/>
      </dsp:nvSpPr>
      <dsp:spPr>
        <a:xfrm rot="16200000">
          <a:off x="-1007838" y="2240275"/>
          <a:ext cx="2673987" cy="653490"/>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tr-TR" sz="2000" b="1" kern="1200" dirty="0"/>
            <a:t>Cenk BAYENDER</a:t>
          </a:r>
        </a:p>
      </dsp:txBody>
      <dsp:txXfrm>
        <a:off x="-1007838" y="2240275"/>
        <a:ext cx="2673987" cy="653490"/>
      </dsp:txXfrm>
    </dsp:sp>
    <dsp:sp modelId="{A6902634-F7D9-46B9-BE85-5382E0D349B3}">
      <dsp:nvSpPr>
        <dsp:cNvPr id="0" name=""/>
        <dsp:cNvSpPr/>
      </dsp:nvSpPr>
      <dsp:spPr>
        <a:xfrm>
          <a:off x="929344" y="13914"/>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Yapım ve Montaj Müdürlüğü</a:t>
          </a:r>
        </a:p>
      </dsp:txBody>
      <dsp:txXfrm>
        <a:off x="929344" y="13914"/>
        <a:ext cx="1973245" cy="416833"/>
      </dsp:txXfrm>
    </dsp:sp>
    <dsp:sp modelId="{BE16DA85-B331-41A9-8ECC-D35625339679}">
      <dsp:nvSpPr>
        <dsp:cNvPr id="0" name=""/>
        <dsp:cNvSpPr/>
      </dsp:nvSpPr>
      <dsp:spPr>
        <a:xfrm>
          <a:off x="929344" y="534956"/>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1. Soğuk Haddehane Müdürlüğü</a:t>
          </a:r>
        </a:p>
      </dsp:txBody>
      <dsp:txXfrm>
        <a:off x="929344" y="534956"/>
        <a:ext cx="1973245" cy="416833"/>
      </dsp:txXfrm>
    </dsp:sp>
    <dsp:sp modelId="{9052E246-804A-4F1A-9C82-BF1448A8B264}">
      <dsp:nvSpPr>
        <dsp:cNvPr id="0" name=""/>
        <dsp:cNvSpPr/>
      </dsp:nvSpPr>
      <dsp:spPr>
        <a:xfrm>
          <a:off x="929344" y="1055998"/>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Hadde </a:t>
          </a:r>
          <a:r>
            <a:rPr lang="tr-TR" sz="1200" kern="1200" dirty="0" err="1"/>
            <a:t>Atelyeleri</a:t>
          </a:r>
          <a:r>
            <a:rPr lang="tr-TR" sz="1200" kern="1200" dirty="0"/>
            <a:t> Müdürlüğü</a:t>
          </a:r>
        </a:p>
      </dsp:txBody>
      <dsp:txXfrm>
        <a:off x="929344" y="1055998"/>
        <a:ext cx="1973245" cy="416833"/>
      </dsp:txXfrm>
    </dsp:sp>
    <dsp:sp modelId="{E7A052FC-3602-4490-951F-8A57C490001F}">
      <dsp:nvSpPr>
        <dsp:cNvPr id="0" name=""/>
        <dsp:cNvSpPr/>
      </dsp:nvSpPr>
      <dsp:spPr>
        <a:xfrm>
          <a:off x="929344" y="1577040"/>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Büyük Ofis</a:t>
          </a:r>
        </a:p>
      </dsp:txBody>
      <dsp:txXfrm>
        <a:off x="929344" y="1577040"/>
        <a:ext cx="1973245" cy="416833"/>
      </dsp:txXfrm>
    </dsp:sp>
    <dsp:sp modelId="{78974B60-40C0-4ACA-9517-54660A152119}">
      <dsp:nvSpPr>
        <dsp:cNvPr id="0" name=""/>
        <dsp:cNvSpPr/>
      </dsp:nvSpPr>
      <dsp:spPr>
        <a:xfrm>
          <a:off x="929344" y="2098082"/>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Enerji ve Üretim ve Dağıtım Müdürlüğü</a:t>
          </a:r>
        </a:p>
      </dsp:txBody>
      <dsp:txXfrm>
        <a:off x="929344" y="2098082"/>
        <a:ext cx="1973245" cy="416833"/>
      </dsp:txXfrm>
    </dsp:sp>
    <dsp:sp modelId="{8D372905-A4E1-4677-BA62-869C18ECAAF7}">
      <dsp:nvSpPr>
        <dsp:cNvPr id="0" name=""/>
        <dsp:cNvSpPr/>
      </dsp:nvSpPr>
      <dsp:spPr>
        <a:xfrm>
          <a:off x="929344" y="2619124"/>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Çelikhane Müdürlüğü</a:t>
          </a:r>
        </a:p>
      </dsp:txBody>
      <dsp:txXfrm>
        <a:off x="929344" y="2619124"/>
        <a:ext cx="1973245" cy="416833"/>
      </dsp:txXfrm>
    </dsp:sp>
    <dsp:sp modelId="{D688B63D-0808-487B-858C-35AD24EB809A}">
      <dsp:nvSpPr>
        <dsp:cNvPr id="0" name=""/>
        <dsp:cNvSpPr/>
      </dsp:nvSpPr>
      <dsp:spPr>
        <a:xfrm>
          <a:off x="929344" y="3140166"/>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2. Soğuk Haddehane Müdürlüğü</a:t>
          </a:r>
        </a:p>
      </dsp:txBody>
      <dsp:txXfrm>
        <a:off x="929344" y="3140166"/>
        <a:ext cx="1973245" cy="416833"/>
      </dsp:txXfrm>
    </dsp:sp>
    <dsp:sp modelId="{0CDDDABB-B9C5-4C88-AFF5-CA1E79424DCC}">
      <dsp:nvSpPr>
        <dsp:cNvPr id="0" name=""/>
        <dsp:cNvSpPr/>
      </dsp:nvSpPr>
      <dsp:spPr>
        <a:xfrm>
          <a:off x="929344" y="3661208"/>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de-DE" sz="1200" kern="1200" dirty="0" err="1"/>
            <a:t>Refrakter</a:t>
          </a:r>
          <a:r>
            <a:rPr lang="de-DE" sz="1200" kern="1200" dirty="0"/>
            <a:t> </a:t>
          </a:r>
          <a:r>
            <a:rPr lang="de-DE" sz="1200" kern="1200" dirty="0" err="1"/>
            <a:t>Koordinasyon</a:t>
          </a:r>
          <a:r>
            <a:rPr lang="de-DE" sz="1200" kern="1200" dirty="0"/>
            <a:t> </a:t>
          </a:r>
          <a:r>
            <a:rPr lang="de-DE" sz="1200" kern="1200" dirty="0" err="1"/>
            <a:t>ve</a:t>
          </a:r>
          <a:r>
            <a:rPr lang="de-DE" sz="1200" kern="1200" dirty="0"/>
            <a:t> </a:t>
          </a:r>
          <a:r>
            <a:rPr lang="de-DE" sz="1200" kern="1200" dirty="0" err="1"/>
            <a:t>Kontrol</a:t>
          </a:r>
          <a:r>
            <a:rPr lang="de-DE" sz="1200" kern="1200" dirty="0"/>
            <a:t> </a:t>
          </a:r>
          <a:r>
            <a:rPr lang="de-DE" sz="1200" kern="1200" dirty="0" err="1"/>
            <a:t>Müdürlüğü</a:t>
          </a:r>
          <a:endParaRPr lang="tr-TR" sz="1200" kern="1200" dirty="0"/>
        </a:p>
      </dsp:txBody>
      <dsp:txXfrm>
        <a:off x="929344" y="3661208"/>
        <a:ext cx="1973245" cy="416833"/>
      </dsp:txXfrm>
    </dsp:sp>
    <dsp:sp modelId="{C43AB566-D2C8-4B77-B87A-2141D1E62658}">
      <dsp:nvSpPr>
        <dsp:cNvPr id="0" name=""/>
        <dsp:cNvSpPr/>
      </dsp:nvSpPr>
      <dsp:spPr>
        <a:xfrm>
          <a:off x="929344" y="4182250"/>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Mekanik Bakım Müdürlüğü</a:t>
          </a:r>
        </a:p>
      </dsp:txBody>
      <dsp:txXfrm>
        <a:off x="929344" y="4182250"/>
        <a:ext cx="1973245" cy="416833"/>
      </dsp:txXfrm>
    </dsp:sp>
    <dsp:sp modelId="{77508DA6-B6CE-4FDA-AB1B-018F3862EC6E}">
      <dsp:nvSpPr>
        <dsp:cNvPr id="0" name=""/>
        <dsp:cNvSpPr/>
      </dsp:nvSpPr>
      <dsp:spPr>
        <a:xfrm>
          <a:off x="929344" y="4703292"/>
          <a:ext cx="1973245" cy="416833"/>
        </a:xfrm>
        <a:prstGeom prst="rect">
          <a:avLst/>
        </a:prstGeom>
        <a:solidFill>
          <a:srgbClr val="1184B7"/>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t>İş Güvenliği ve Çevre Müdürlüğü</a:t>
          </a:r>
        </a:p>
      </dsp:txBody>
      <dsp:txXfrm>
        <a:off x="929344" y="4703292"/>
        <a:ext cx="1973245" cy="41683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2133C90-C9BE-486D-AE55-3D6D92F62CF3}">
      <dsp:nvSpPr>
        <dsp:cNvPr id="0" name=""/>
        <dsp:cNvSpPr/>
      </dsp:nvSpPr>
      <dsp:spPr>
        <a:xfrm>
          <a:off x="607773" y="2567020"/>
          <a:ext cx="254712" cy="1210106"/>
        </a:xfrm>
        <a:custGeom>
          <a:avLst/>
          <a:gdLst/>
          <a:ahLst/>
          <a:cxnLst/>
          <a:rect l="0" t="0" r="0" b="0"/>
          <a:pathLst>
            <a:path>
              <a:moveTo>
                <a:pt x="0" y="0"/>
              </a:moveTo>
              <a:lnTo>
                <a:pt x="127356" y="0"/>
              </a:lnTo>
              <a:lnTo>
                <a:pt x="127356" y="1210106"/>
              </a:lnTo>
              <a:lnTo>
                <a:pt x="254712" y="1210106"/>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04213" y="3141158"/>
        <a:ext cx="61831" cy="61831"/>
      </dsp:txXfrm>
    </dsp:sp>
    <dsp:sp modelId="{FF3C13A7-5508-4FB8-BDAA-62829030763A}">
      <dsp:nvSpPr>
        <dsp:cNvPr id="0" name=""/>
        <dsp:cNvSpPr/>
      </dsp:nvSpPr>
      <dsp:spPr>
        <a:xfrm>
          <a:off x="607773" y="2567020"/>
          <a:ext cx="254712" cy="726063"/>
        </a:xfrm>
        <a:custGeom>
          <a:avLst/>
          <a:gdLst/>
          <a:ahLst/>
          <a:cxnLst/>
          <a:rect l="0" t="0" r="0" b="0"/>
          <a:pathLst>
            <a:path>
              <a:moveTo>
                <a:pt x="0" y="0"/>
              </a:moveTo>
              <a:lnTo>
                <a:pt x="127356" y="0"/>
              </a:lnTo>
              <a:lnTo>
                <a:pt x="127356" y="726063"/>
              </a:lnTo>
              <a:lnTo>
                <a:pt x="254712" y="726063"/>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15893" y="2910816"/>
        <a:ext cx="38472" cy="38472"/>
      </dsp:txXfrm>
    </dsp:sp>
    <dsp:sp modelId="{A62C96AF-BBF5-4D8C-9EA4-301EE32DC5B3}">
      <dsp:nvSpPr>
        <dsp:cNvPr id="0" name=""/>
        <dsp:cNvSpPr/>
      </dsp:nvSpPr>
      <dsp:spPr>
        <a:xfrm>
          <a:off x="607773" y="2567020"/>
          <a:ext cx="254712" cy="242021"/>
        </a:xfrm>
        <a:custGeom>
          <a:avLst/>
          <a:gdLst/>
          <a:ahLst/>
          <a:cxnLst/>
          <a:rect l="0" t="0" r="0" b="0"/>
          <a:pathLst>
            <a:path>
              <a:moveTo>
                <a:pt x="0" y="0"/>
              </a:moveTo>
              <a:lnTo>
                <a:pt x="127356" y="0"/>
              </a:lnTo>
              <a:lnTo>
                <a:pt x="127356" y="242021"/>
              </a:lnTo>
              <a:lnTo>
                <a:pt x="254712" y="242021"/>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26345" y="2679247"/>
        <a:ext cx="17567" cy="17567"/>
      </dsp:txXfrm>
    </dsp:sp>
    <dsp:sp modelId="{645856EC-D131-4A16-823B-42B62D1ECD27}">
      <dsp:nvSpPr>
        <dsp:cNvPr id="0" name=""/>
        <dsp:cNvSpPr/>
      </dsp:nvSpPr>
      <dsp:spPr>
        <a:xfrm>
          <a:off x="607773" y="2324999"/>
          <a:ext cx="254712" cy="242021"/>
        </a:xfrm>
        <a:custGeom>
          <a:avLst/>
          <a:gdLst/>
          <a:ahLst/>
          <a:cxnLst/>
          <a:rect l="0" t="0" r="0" b="0"/>
          <a:pathLst>
            <a:path>
              <a:moveTo>
                <a:pt x="0" y="242021"/>
              </a:moveTo>
              <a:lnTo>
                <a:pt x="127356" y="242021"/>
              </a:lnTo>
              <a:lnTo>
                <a:pt x="127356" y="0"/>
              </a:lnTo>
              <a:lnTo>
                <a:pt x="254712" y="0"/>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26345" y="2437225"/>
        <a:ext cx="17567" cy="17567"/>
      </dsp:txXfrm>
    </dsp:sp>
    <dsp:sp modelId="{6E87CE87-E1D5-408B-832C-C02CEF1E9FB9}">
      <dsp:nvSpPr>
        <dsp:cNvPr id="0" name=""/>
        <dsp:cNvSpPr/>
      </dsp:nvSpPr>
      <dsp:spPr>
        <a:xfrm>
          <a:off x="607773" y="1840956"/>
          <a:ext cx="254712" cy="726063"/>
        </a:xfrm>
        <a:custGeom>
          <a:avLst/>
          <a:gdLst/>
          <a:ahLst/>
          <a:cxnLst/>
          <a:rect l="0" t="0" r="0" b="0"/>
          <a:pathLst>
            <a:path>
              <a:moveTo>
                <a:pt x="0" y="726063"/>
              </a:moveTo>
              <a:lnTo>
                <a:pt x="127356" y="726063"/>
              </a:lnTo>
              <a:lnTo>
                <a:pt x="127356" y="0"/>
              </a:lnTo>
              <a:lnTo>
                <a:pt x="254712" y="0"/>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15893" y="2184752"/>
        <a:ext cx="38472" cy="38472"/>
      </dsp:txXfrm>
    </dsp:sp>
    <dsp:sp modelId="{4E738C57-32AA-48DE-9D32-4AB4D97778EE}">
      <dsp:nvSpPr>
        <dsp:cNvPr id="0" name=""/>
        <dsp:cNvSpPr/>
      </dsp:nvSpPr>
      <dsp:spPr>
        <a:xfrm>
          <a:off x="607773" y="1356914"/>
          <a:ext cx="254712" cy="1210106"/>
        </a:xfrm>
        <a:custGeom>
          <a:avLst/>
          <a:gdLst/>
          <a:ahLst/>
          <a:cxnLst/>
          <a:rect l="0" t="0" r="0" b="0"/>
          <a:pathLst>
            <a:path>
              <a:moveTo>
                <a:pt x="0" y="1210106"/>
              </a:moveTo>
              <a:lnTo>
                <a:pt x="127356" y="1210106"/>
              </a:lnTo>
              <a:lnTo>
                <a:pt x="127356" y="0"/>
              </a:lnTo>
              <a:lnTo>
                <a:pt x="254712" y="0"/>
              </a:lnTo>
            </a:path>
          </a:pathLst>
        </a:custGeom>
        <a:noFill/>
        <a:ln w="25400" cap="flat" cmpd="sng" algn="ctr">
          <a:solidFill>
            <a:schemeClr val="accent2">
              <a:tint val="9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533400">
            <a:lnSpc>
              <a:spcPct val="90000"/>
            </a:lnSpc>
            <a:spcBef>
              <a:spcPct val="0"/>
            </a:spcBef>
            <a:spcAft>
              <a:spcPct val="35000"/>
            </a:spcAft>
            <a:buNone/>
          </a:pPr>
          <a:endParaRPr lang="tr-TR" sz="1200" kern="1200">
            <a:solidFill>
              <a:schemeClr val="tx1"/>
            </a:solidFill>
          </a:endParaRPr>
        </a:p>
      </dsp:txBody>
      <dsp:txXfrm>
        <a:off x="704213" y="1931051"/>
        <a:ext cx="61831" cy="61831"/>
      </dsp:txXfrm>
    </dsp:sp>
    <dsp:sp modelId="{875679F0-D398-4427-BB74-FE0A0A22E527}">
      <dsp:nvSpPr>
        <dsp:cNvPr id="0" name=""/>
        <dsp:cNvSpPr/>
      </dsp:nvSpPr>
      <dsp:spPr>
        <a:xfrm rot="16200000">
          <a:off x="-937823" y="2263477"/>
          <a:ext cx="2484106" cy="607086"/>
        </a:xfrm>
        <a:prstGeom prst="rect">
          <a:avLst/>
        </a:prstGeom>
        <a:solidFill>
          <a:schemeClr val="accent2">
            <a:alpha val="8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2000" b="1" kern="1200">
              <a:solidFill>
                <a:schemeClr val="tx1"/>
              </a:solidFill>
              <a:latin typeface="Calibri"/>
              <a:ea typeface="+mn-ea"/>
              <a:cs typeface="+mn-cs"/>
            </a:rPr>
            <a:t>Mehmet Aygün</a:t>
          </a:r>
          <a:endParaRPr lang="tr-TR" sz="2000" b="1" kern="1200" dirty="0">
            <a:solidFill>
              <a:schemeClr val="tx1"/>
            </a:solidFill>
            <a:latin typeface="Calibri"/>
            <a:ea typeface="+mn-ea"/>
            <a:cs typeface="+mn-cs"/>
          </a:endParaRPr>
        </a:p>
      </dsp:txBody>
      <dsp:txXfrm>
        <a:off x="-937823" y="2263477"/>
        <a:ext cx="2484106" cy="607086"/>
      </dsp:txXfrm>
    </dsp:sp>
    <dsp:sp modelId="{3699AE75-3416-4F1B-856A-E2CD586485A3}">
      <dsp:nvSpPr>
        <dsp:cNvPr id="0" name=""/>
        <dsp:cNvSpPr/>
      </dsp:nvSpPr>
      <dsp:spPr>
        <a:xfrm>
          <a:off x="862485" y="1163297"/>
          <a:ext cx="2019185" cy="387234"/>
        </a:xfrm>
        <a:prstGeom prst="rect">
          <a:avLst/>
        </a:prstGeom>
        <a:solidFill>
          <a:schemeClr val="accent2">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a:solidFill>
                <a:schemeClr val="tx1"/>
              </a:solidFill>
            </a:rPr>
            <a:t>Kok Fabrikası Müdürlüğü</a:t>
          </a:r>
          <a:endParaRPr lang="tr-TR" sz="1200" kern="1200" dirty="0">
            <a:solidFill>
              <a:schemeClr val="tx1"/>
            </a:solidFill>
          </a:endParaRPr>
        </a:p>
      </dsp:txBody>
      <dsp:txXfrm>
        <a:off x="862485" y="1163297"/>
        <a:ext cx="2019185" cy="387234"/>
      </dsp:txXfrm>
    </dsp:sp>
    <dsp:sp modelId="{1EEEC758-3B78-40B0-A6CD-6328E3691945}">
      <dsp:nvSpPr>
        <dsp:cNvPr id="0" name=""/>
        <dsp:cNvSpPr/>
      </dsp:nvSpPr>
      <dsp:spPr>
        <a:xfrm>
          <a:off x="862485" y="1647339"/>
          <a:ext cx="2019185" cy="387234"/>
        </a:xfrm>
        <a:prstGeom prst="rect">
          <a:avLst/>
        </a:prstGeom>
        <a:solidFill>
          <a:schemeClr val="accent2">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a:solidFill>
                <a:schemeClr val="tx1"/>
              </a:solidFill>
            </a:rPr>
            <a:t>2.Sıcak Haddehane Müdürlüğü</a:t>
          </a:r>
          <a:endParaRPr lang="tr-TR" sz="1200" kern="1200" dirty="0">
            <a:solidFill>
              <a:schemeClr val="tx1"/>
            </a:solidFill>
          </a:endParaRPr>
        </a:p>
      </dsp:txBody>
      <dsp:txXfrm>
        <a:off x="862485" y="1647339"/>
        <a:ext cx="2019185" cy="387234"/>
      </dsp:txXfrm>
    </dsp:sp>
    <dsp:sp modelId="{8A8F39CE-090E-4E20-A284-EBCC2832DA5C}">
      <dsp:nvSpPr>
        <dsp:cNvPr id="0" name=""/>
        <dsp:cNvSpPr/>
      </dsp:nvSpPr>
      <dsp:spPr>
        <a:xfrm>
          <a:off x="862485" y="2131382"/>
          <a:ext cx="2019185" cy="387234"/>
        </a:xfrm>
        <a:prstGeom prst="rect">
          <a:avLst/>
        </a:prstGeom>
        <a:solidFill>
          <a:schemeClr val="accent2">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Sağlık Müdürlüğü</a:t>
          </a:r>
        </a:p>
      </dsp:txBody>
      <dsp:txXfrm>
        <a:off x="862485" y="2131382"/>
        <a:ext cx="2019185" cy="387234"/>
      </dsp:txXfrm>
    </dsp:sp>
    <dsp:sp modelId="{1D52A30F-185D-43D8-8A55-7F90DC0525CC}">
      <dsp:nvSpPr>
        <dsp:cNvPr id="0" name=""/>
        <dsp:cNvSpPr/>
      </dsp:nvSpPr>
      <dsp:spPr>
        <a:xfrm>
          <a:off x="862485" y="2615424"/>
          <a:ext cx="2019185" cy="387234"/>
        </a:xfrm>
        <a:prstGeom prst="rect">
          <a:avLst/>
        </a:prstGeom>
        <a:solidFill>
          <a:schemeClr val="accent2">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err="1">
              <a:solidFill>
                <a:schemeClr val="tx1"/>
              </a:solidFill>
            </a:rPr>
            <a:t>Ambarlama</a:t>
          </a:r>
          <a:r>
            <a:rPr lang="tr-TR" sz="1200" kern="1200" dirty="0">
              <a:solidFill>
                <a:schemeClr val="tx1"/>
              </a:solidFill>
            </a:rPr>
            <a:t> ve Sevkiyat Müdürlüğü</a:t>
          </a:r>
        </a:p>
      </dsp:txBody>
      <dsp:txXfrm>
        <a:off x="862485" y="2615424"/>
        <a:ext cx="2019185" cy="387234"/>
      </dsp:txXfrm>
    </dsp:sp>
    <dsp:sp modelId="{63E43885-E693-4B03-B9BA-43F8ACFCB924}">
      <dsp:nvSpPr>
        <dsp:cNvPr id="0" name=""/>
        <dsp:cNvSpPr/>
      </dsp:nvSpPr>
      <dsp:spPr>
        <a:xfrm>
          <a:off x="862485" y="3099467"/>
          <a:ext cx="2019185" cy="387234"/>
        </a:xfrm>
        <a:prstGeom prst="rect">
          <a:avLst/>
        </a:prstGeom>
        <a:solidFill>
          <a:schemeClr val="accent2">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dirty="0">
              <a:solidFill>
                <a:schemeClr val="tx1"/>
              </a:solidFill>
            </a:rPr>
            <a:t>Üretim Planlama Müdürlüğü</a:t>
          </a:r>
        </a:p>
      </dsp:txBody>
      <dsp:txXfrm>
        <a:off x="862485" y="3099467"/>
        <a:ext cx="2019185" cy="387234"/>
      </dsp:txXfrm>
    </dsp:sp>
    <dsp:sp modelId="{72A7B4A5-5B44-4C53-BAA6-A8ECF6AD1D0E}">
      <dsp:nvSpPr>
        <dsp:cNvPr id="0" name=""/>
        <dsp:cNvSpPr/>
      </dsp:nvSpPr>
      <dsp:spPr>
        <a:xfrm>
          <a:off x="862485" y="3583509"/>
          <a:ext cx="2019185" cy="387234"/>
        </a:xfrm>
        <a:prstGeom prst="rect">
          <a:avLst/>
        </a:prstGeom>
        <a:solidFill>
          <a:schemeClr val="accent2">
            <a:alpha val="7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tr-TR" sz="1200" kern="1200">
              <a:solidFill>
                <a:schemeClr val="tx1"/>
              </a:solidFill>
            </a:rPr>
            <a:t>Pazarlama Müdürlüğü</a:t>
          </a:r>
          <a:endParaRPr lang="tr-TR" sz="1200" kern="1200" dirty="0">
            <a:solidFill>
              <a:schemeClr val="tx1"/>
            </a:solidFill>
          </a:endParaRPr>
        </a:p>
      </dsp:txBody>
      <dsp:txXfrm>
        <a:off x="862485" y="3583509"/>
        <a:ext cx="2019185" cy="387234"/>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C51A74E-1505-4D49-A7DE-17B9A03581AF}">
      <dsp:nvSpPr>
        <dsp:cNvPr id="0" name=""/>
        <dsp:cNvSpPr/>
      </dsp:nvSpPr>
      <dsp:spPr>
        <a:xfrm rot="5400000">
          <a:off x="-366171" y="489347"/>
          <a:ext cx="2441141" cy="1708799"/>
        </a:xfrm>
        <a:prstGeom prst="chevron">
          <a:avLst/>
        </a:prstGeom>
        <a:solidFill>
          <a:schemeClr val="accent5">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Saha Üniteleri Puan Hesabı</a:t>
          </a:r>
        </a:p>
      </dsp:txBody>
      <dsp:txXfrm rot="-5400000">
        <a:off x="1" y="977576"/>
        <a:ext cx="1708799" cy="732342"/>
      </dsp:txXfrm>
    </dsp:sp>
    <dsp:sp modelId="{1DB76559-271D-4403-80AE-5358CE418963}">
      <dsp:nvSpPr>
        <dsp:cNvPr id="0" name=""/>
        <dsp:cNvSpPr/>
      </dsp:nvSpPr>
      <dsp:spPr>
        <a:xfrm rot="5400000">
          <a:off x="4797856" y="-3089057"/>
          <a:ext cx="1826546" cy="8004660"/>
        </a:xfrm>
        <a:prstGeom prst="round2SameRect">
          <a:avLst/>
        </a:prstGeom>
        <a:solidFill>
          <a:schemeClr val="lt1">
            <a:alpha val="90000"/>
            <a:hueOff val="0"/>
            <a:satOff val="0"/>
            <a:lumOff val="0"/>
            <a:alphaOff val="0"/>
          </a:schemeClr>
        </a:solidFill>
        <a:ln w="25400" cap="flat" cmpd="sng" algn="ctr">
          <a:solidFill>
            <a:schemeClr val="accent5">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tr-TR" sz="1600" kern="1200" dirty="0"/>
            <a:t>Her iki mavi bayrak tetkikinin toplam uygunsuzluk sayısı hesaplanır. </a:t>
          </a:r>
          <a:r>
            <a:rPr lang="tr-TR" sz="1600" kern="1200" dirty="0" err="1"/>
            <a:t>Başmühendislik</a:t>
          </a:r>
          <a:r>
            <a:rPr lang="tr-TR" sz="1600" kern="1200" dirty="0"/>
            <a:t> başına düşen ortalama uygunsuzluk sayısına göre yanda ki tablodan Uygunsuzluk Puanı hesaplanır. </a:t>
          </a:r>
        </a:p>
        <a:p>
          <a:pPr marL="171450" lvl="1" indent="-171450" algn="l" defTabSz="711200">
            <a:lnSpc>
              <a:spcPct val="90000"/>
            </a:lnSpc>
            <a:spcBef>
              <a:spcPct val="0"/>
            </a:spcBef>
            <a:spcAft>
              <a:spcPct val="15000"/>
            </a:spcAft>
            <a:buChar char="•"/>
          </a:pPr>
          <a:r>
            <a:rPr lang="tr-TR" sz="1600" kern="1200" dirty="0"/>
            <a:t>Müdürlüğün uygunsuzluk tamamlama oranı hesaplanır. (Üniteye bağlı başmühendisliklerin-birimlerin Toplam Tamamlanan Uygunsuzluk Sayısı / Üniteye bağlı başmühendisliklerin-birimlerin Toplam Uygunsuzluk Sayısı</a:t>
          </a:r>
        </a:p>
        <a:p>
          <a:pPr marL="171450" lvl="1" indent="-171450" algn="l" defTabSz="711200">
            <a:lnSpc>
              <a:spcPct val="90000"/>
            </a:lnSpc>
            <a:spcBef>
              <a:spcPct val="0"/>
            </a:spcBef>
            <a:spcAft>
              <a:spcPct val="15000"/>
            </a:spcAft>
            <a:buChar char="•"/>
          </a:pPr>
          <a:r>
            <a:rPr lang="tr-TR" sz="1600" kern="1200" dirty="0"/>
            <a:t>5S Mavi Bayrak Puanı yukarıda hesaplanan iki puanın ortalamasıdır. </a:t>
          </a:r>
        </a:p>
      </dsp:txBody>
      <dsp:txXfrm rot="-5400000">
        <a:off x="1708800" y="89164"/>
        <a:ext cx="7915495" cy="1648216"/>
      </dsp:txXfrm>
    </dsp:sp>
    <dsp:sp modelId="{6DDAADAD-54DB-4FB4-B0D8-2536CFBB998A}">
      <dsp:nvSpPr>
        <dsp:cNvPr id="0" name=""/>
        <dsp:cNvSpPr/>
      </dsp:nvSpPr>
      <dsp:spPr>
        <a:xfrm rot="5400000">
          <a:off x="-366171" y="2449008"/>
          <a:ext cx="2441141" cy="1708799"/>
        </a:xfrm>
        <a:prstGeom prst="chevron">
          <a:avLst/>
        </a:prstGeom>
        <a:solidFill>
          <a:schemeClr val="accent5">
            <a:hueOff val="-9933876"/>
            <a:satOff val="39811"/>
            <a:lumOff val="8628"/>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tr-TR" sz="1800" kern="1200" dirty="0"/>
            <a:t>Ofis Üniteleri Puan Hesabı</a:t>
          </a:r>
        </a:p>
      </dsp:txBody>
      <dsp:txXfrm rot="-5400000">
        <a:off x="1" y="2937237"/>
        <a:ext cx="1708799" cy="732342"/>
      </dsp:txXfrm>
    </dsp:sp>
    <dsp:sp modelId="{4DCDCD42-35C3-426A-85F4-24821AFA89A6}">
      <dsp:nvSpPr>
        <dsp:cNvPr id="0" name=""/>
        <dsp:cNvSpPr/>
      </dsp:nvSpPr>
      <dsp:spPr>
        <a:xfrm rot="5400000">
          <a:off x="4816508" y="-1123854"/>
          <a:ext cx="1789242" cy="8004660"/>
        </a:xfrm>
        <a:prstGeom prst="round2SameRect">
          <a:avLst/>
        </a:prstGeom>
        <a:solidFill>
          <a:schemeClr val="lt1">
            <a:alpha val="90000"/>
            <a:hueOff val="0"/>
            <a:satOff val="0"/>
            <a:lumOff val="0"/>
            <a:alphaOff val="0"/>
          </a:schemeClr>
        </a:solidFill>
        <a:ln w="25400" cap="flat" cmpd="sng" algn="ctr">
          <a:solidFill>
            <a:schemeClr val="accent5">
              <a:hueOff val="-9933876"/>
              <a:satOff val="39811"/>
              <a:lumOff val="8628"/>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113792" tIns="10160" rIns="10160" bIns="10160" numCol="1" spcCol="1270" anchor="ctr" anchorCtr="0">
          <a:noAutofit/>
        </a:bodyPr>
        <a:lstStyle/>
        <a:p>
          <a:pPr marL="171450" lvl="1" indent="-171450" algn="l" defTabSz="711200">
            <a:lnSpc>
              <a:spcPct val="90000"/>
            </a:lnSpc>
            <a:spcBef>
              <a:spcPct val="0"/>
            </a:spcBef>
            <a:spcAft>
              <a:spcPct val="15000"/>
            </a:spcAft>
            <a:buChar char="•"/>
          </a:pPr>
          <a:r>
            <a:rPr lang="tr-TR" sz="1600" kern="1200" dirty="0"/>
            <a:t>Her iki mavi bayrak tetkikinin toplam uygunsuzluk sayısı hesaplanır. Uygunsuzluk sayısına göre yandaki tablodan Uygunsuzluk Puanı hesaplanır. Müdürlüğün uygunsuzluk tamamlama oranı hesaplanır.</a:t>
          </a:r>
        </a:p>
        <a:p>
          <a:pPr marL="171450" lvl="1" indent="-171450" algn="l" defTabSz="711200">
            <a:lnSpc>
              <a:spcPct val="90000"/>
            </a:lnSpc>
            <a:spcBef>
              <a:spcPct val="0"/>
            </a:spcBef>
            <a:spcAft>
              <a:spcPct val="15000"/>
            </a:spcAft>
            <a:buChar char="•"/>
          </a:pPr>
          <a:r>
            <a:rPr lang="tr-TR" sz="1600" kern="1200" dirty="0"/>
            <a:t>5S Mavi Bayrak Puanı yukarıda hesaplanan iki puanın ortalamasıdır. </a:t>
          </a:r>
        </a:p>
      </dsp:txBody>
      <dsp:txXfrm rot="-5400000">
        <a:off x="1708799" y="2071199"/>
        <a:ext cx="7917316" cy="1614554"/>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list1">
  <dgm:title val=""/>
  <dgm:desc val=""/>
  <dgm:catLst>
    <dgm:cat type="list" pri="4000"/>
  </dgm:catLst>
  <dgm:sampData>
    <dgm:dataModel>
      <dgm:ptLst>
        <dgm:pt modelId="0" type="doc"/>
        <dgm:pt modelId="1">
          <dgm:prSet phldr="1"/>
        </dgm:pt>
        <dgm:pt modelId="2">
          <dgm:prSet phldr="1"/>
        </dgm:pt>
        <dgm:pt modelId="3">
          <dgm:prSet phldr="1"/>
        </dgm:pt>
      </dgm:ptLst>
      <dgm:cxnLst>
        <dgm:cxn modelId="4" srcId="0" destId="1" srcOrd="0" destOrd="0"/>
        <dgm:cxn modelId="5" srcId="0" destId="2" srcOrd="1" destOrd="0"/>
        <dgm:cxn modelId="6" srcId="0" destId="3" srcOrd="2" destOrd="0"/>
      </dgm:cxnLst>
      <dgm:bg/>
      <dgm:whole/>
    </dgm:dataModel>
  </dgm:sampData>
  <dgm:styleData>
    <dgm:dataModel>
      <dgm:ptLst>
        <dgm:pt modelId="0" type="doc"/>
        <dgm:pt modelId="1"/>
        <dgm:pt modelId="2"/>
      </dgm:ptLst>
      <dgm:cxnLst>
        <dgm:cxn modelId="4" srcId="0" destId="1" srcOrd="0" destOrd="0"/>
        <dgm:cxn modelId="5"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dir/>
      <dgm:animLvl val="lvl"/>
      <dgm:resizeHandles val="exact"/>
    </dgm:varLst>
    <dgm:choose name="Name0">
      <dgm:if name="Name1" func="var" arg="dir" op="equ" val="norm">
        <dgm:alg type="lin">
          <dgm:param type="linDir" val="fromT"/>
          <dgm:param type="vertAlign" val="mid"/>
          <dgm:param type="horzAlign" val="l"/>
          <dgm:param type="nodeHorzAlign" val="l"/>
        </dgm:alg>
      </dgm:if>
      <dgm:else name="Name2">
        <dgm:alg type="lin">
          <dgm:param type="linDir" val="fromT"/>
          <dgm:param type="vertAlign" val="mid"/>
          <dgm:param type="horzAlign" val="r"/>
          <dgm:param type="nodeHorzAlign" val="r"/>
        </dgm:alg>
      </dgm:else>
    </dgm:choose>
    <dgm:shape xmlns:r="http://schemas.openxmlformats.org/officeDocument/2006/relationships" r:blip="">
      <dgm:adjLst/>
    </dgm:shape>
    <dgm:presOf/>
    <dgm:constrLst>
      <dgm:constr type="w" for="ch" forName="parentLin" refType="w"/>
      <dgm:constr type="h" for="ch" forName="parentLin" val="INF"/>
      <dgm:constr type="w" for="des" forName="parentLeftMargin" refType="w" fact="0.05"/>
      <dgm:constr type="w" for="des" forName="parentText" refType="w" fact="0.7"/>
      <dgm:constr type="h" for="des" forName="parentText" refType="primFontSz" refFor="des" refForName="parentText" fact="0.82"/>
      <dgm:constr type="h" for="ch" forName="negativeSpace" refType="primFontSz" refFor="des" refForName="parentText" fact="-0.41"/>
      <dgm:constr type="h" for="ch" forName="negativeSpace" refType="h" refFor="des" refForName="parentText" op="lte" fact="-0.82"/>
      <dgm:constr type="h" for="ch" forName="negativeSpace" refType="h" refFor="des" refForName="parentText" op="gte" fact="-0.82"/>
      <dgm:constr type="w" for="ch" forName="childText" refType="w"/>
      <dgm:constr type="h" for="ch" forName="childText" refType="primFontSz" refFor="des" refForName="parentText" fact="0.7"/>
      <dgm:constr type="primFontSz" for="des" forName="parentText" val="65"/>
      <dgm:constr type="primFontSz" for="ch" forName="childText" refType="primFontSz" refFor="des" refForName="parentText"/>
      <dgm:constr type="tMarg" for="ch" forName="childText" refType="primFontSz" refFor="des" refForName="parentText" fact="1.64"/>
      <dgm:constr type="tMarg" for="ch" forName="childText" refType="h" refFor="des" refForName="parentText" op="lte" fact="3.28"/>
      <dgm:constr type="tMarg" for="ch" forName="childText" refType="h" refFor="des" refForName="parentText" op="gte" fact="3.28"/>
      <dgm:constr type="lMarg" for="ch" forName="childText" refType="w" fact="0.22"/>
      <dgm:constr type="rMarg" for="ch" forName="childText" refType="lMarg" refFor="ch" refForName="childText"/>
      <dgm:constr type="lMarg" for="des" forName="parentText" refType="w" fact="0.075"/>
      <dgm:constr type="rMarg" for="des" forName="parentText" refType="lMarg" refFor="des" refForName="parentText"/>
      <dgm:constr type="h" for="ch" forName="spaceBetweenRectangles" refType="primFontSz" refFor="des" refForName="parentText" fact="0.15"/>
    </dgm:constrLst>
    <dgm:ruleLst>
      <dgm:rule type="primFontSz" for="des" forName="parentText" val="5" fact="NaN" max="NaN"/>
    </dgm:ruleLst>
    <dgm:forEach name="Name3" axis="ch" ptType="node">
      <dgm:layoutNode name="parentLin">
        <dgm:choose name="Name4">
          <dgm:if name="Name5" func="var" arg="dir" op="equ" val="norm">
            <dgm:alg type="lin">
              <dgm:param type="linDir" val="fromL"/>
              <dgm:param type="horzAlign" val="l"/>
              <dgm:param type="nodeHorzAlign" val="l"/>
            </dgm:alg>
          </dgm:if>
          <dgm:else name="Name6">
            <dgm:alg type="lin">
              <dgm:param type="linDir" val="fromR"/>
              <dgm:param type="horzAlign" val="r"/>
              <dgm:param type="nodeHorzAlign" val="r"/>
            </dgm:alg>
          </dgm:else>
        </dgm:choose>
        <dgm:shape xmlns:r="http://schemas.openxmlformats.org/officeDocument/2006/relationships" r:blip="">
          <dgm:adjLst/>
        </dgm:shape>
        <dgm:presOf/>
        <dgm:constrLst/>
        <dgm:ruleLst/>
        <dgm:layoutNode name="parentLeftMargin">
          <dgm:alg type="sp"/>
          <dgm:shape xmlns:r="http://schemas.openxmlformats.org/officeDocument/2006/relationships" type="rect" r:blip="" hideGeom="1">
            <dgm:adjLst/>
          </dgm:shape>
          <dgm:presOf axis="self"/>
          <dgm:constrLst>
            <dgm:constr type="h"/>
          </dgm:constrLst>
          <dgm:ruleLst/>
        </dgm:layoutNode>
        <dgm:layoutNode name="parentText" styleLbl="node1">
          <dgm:varLst>
            <dgm:chMax val="0"/>
            <dgm:bulletEnabled val="1"/>
          </dgm:varLst>
          <dgm:choose name="Name7">
            <dgm:if name="Name8" func="var" arg="dir" op="equ" val="norm">
              <dgm:alg type="tx">
                <dgm:param type="parTxLTRAlign" val="l"/>
                <dgm:param type="parTxRTLAlign" val="l"/>
              </dgm:alg>
            </dgm:if>
            <dgm:else name="Name9">
              <dgm:alg type="tx">
                <dgm:param type="parTxLTRAlign" val="r"/>
                <dgm:param type="parTxRTLAlign" val="r"/>
              </dgm:alg>
            </dgm:else>
          </dgm:choose>
          <dgm:shape xmlns:r="http://schemas.openxmlformats.org/officeDocument/2006/relationships" type="roundRect" r:blip="">
            <dgm:adjLst/>
          </dgm:shape>
          <dgm:presOf axis="self" ptType="node"/>
          <dgm:constrLst>
            <dgm:constr type="tMarg"/>
            <dgm:constr type="bMarg"/>
          </dgm:constrLst>
          <dgm:ruleLst/>
        </dgm:layoutNode>
      </dgm:layoutNode>
      <dgm:layoutNode name="negativeSpace">
        <dgm:alg type="sp"/>
        <dgm:shape xmlns:r="http://schemas.openxmlformats.org/officeDocument/2006/relationships" r:blip="">
          <dgm:adjLst/>
        </dgm:shape>
        <dgm:presOf/>
        <dgm:constrLst/>
        <dgm:ruleLst/>
      </dgm:layoutNode>
      <dgm:layoutNode name="childText" styleLbl="conFgAcc1">
        <dgm:varLst>
          <dgm:bulletEnabled val="1"/>
        </dgm:varLst>
        <dgm:alg type="tx">
          <dgm:param type="stBulletLvl" val="1"/>
        </dgm:alg>
        <dgm:shape xmlns:r="http://schemas.openxmlformats.org/officeDocument/2006/relationships" type="rect" r:blip="" zOrderOff="-2">
          <dgm:adjLst/>
        </dgm:shape>
        <dgm:presOf axis="des" ptType="node"/>
        <dgm:constrLst>
          <dgm:constr type="secFontSz" refType="primFontSz"/>
        </dgm:constrLst>
        <dgm:ruleLst>
          <dgm:rule type="h" val="INF" fact="NaN" max="NaN"/>
        </dgm:ruleLst>
      </dgm:layoutNode>
      <dgm:forEach name="Name10" axis="followSib" ptType="sibTrans" cnt="1">
        <dgm:layoutNode name="spaceBetweenRectangles">
          <dgm:alg type="sp"/>
          <dgm:shape xmlns:r="http://schemas.openxmlformats.org/officeDocument/2006/relationships" r:blip="">
            <dgm:adjLst/>
          </dgm:shape>
          <dgm:presOf/>
          <dgm:constrLst/>
          <dgm:ruleLst/>
        </dgm:layoutNode>
      </dgm:forEach>
    </dgm:forEach>
  </dgm:layoutNode>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4">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51163" cy="498475"/>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sz="quarter" idx="1"/>
          </p:nvPr>
        </p:nvSpPr>
        <p:spPr>
          <a:xfrm>
            <a:off x="3856038" y="0"/>
            <a:ext cx="2951162" cy="498475"/>
          </a:xfrm>
          <a:prstGeom prst="rect">
            <a:avLst/>
          </a:prstGeom>
        </p:spPr>
        <p:txBody>
          <a:bodyPr vert="horz" lIns="91440" tIns="45720" rIns="91440" bIns="45720" rtlCol="0"/>
          <a:lstStyle>
            <a:lvl1pPr algn="r">
              <a:defRPr sz="1200"/>
            </a:lvl1pPr>
          </a:lstStyle>
          <a:p>
            <a:fld id="{23DCD913-8A3B-4587-9DDC-B45E1E1A360B}" type="datetimeFigureOut">
              <a:rPr lang="tr-TR" smtClean="0"/>
              <a:t>30.03.2023</a:t>
            </a:fld>
            <a:endParaRPr lang="tr-TR"/>
          </a:p>
        </p:txBody>
      </p:sp>
      <p:sp>
        <p:nvSpPr>
          <p:cNvPr id="4" name="Altbilgi Yer Tutucusu 3"/>
          <p:cNvSpPr>
            <a:spLocks noGrp="1"/>
          </p:cNvSpPr>
          <p:nvPr>
            <p:ph type="ftr" sz="quarter" idx="2"/>
          </p:nvPr>
        </p:nvSpPr>
        <p:spPr>
          <a:xfrm>
            <a:off x="0" y="9442450"/>
            <a:ext cx="2951163" cy="498475"/>
          </a:xfrm>
          <a:prstGeom prst="rect">
            <a:avLst/>
          </a:prstGeom>
        </p:spPr>
        <p:txBody>
          <a:bodyPr vert="horz" lIns="91440" tIns="45720" rIns="91440" bIns="45720" rtlCol="0" anchor="b"/>
          <a:lstStyle>
            <a:lvl1pPr algn="l">
              <a:defRPr sz="1200"/>
            </a:lvl1pPr>
          </a:lstStyle>
          <a:p>
            <a:endParaRPr lang="tr-TR"/>
          </a:p>
        </p:txBody>
      </p:sp>
      <p:sp>
        <p:nvSpPr>
          <p:cNvPr id="5" name="Slayt Numarası Yer Tutucusu 4"/>
          <p:cNvSpPr>
            <a:spLocks noGrp="1"/>
          </p:cNvSpPr>
          <p:nvPr>
            <p:ph type="sldNum" sz="quarter" idx="3"/>
          </p:nvPr>
        </p:nvSpPr>
        <p:spPr>
          <a:xfrm>
            <a:off x="3856038" y="9442450"/>
            <a:ext cx="2951162" cy="498475"/>
          </a:xfrm>
          <a:prstGeom prst="rect">
            <a:avLst/>
          </a:prstGeom>
        </p:spPr>
        <p:txBody>
          <a:bodyPr vert="horz" lIns="91440" tIns="45720" rIns="91440" bIns="45720" rtlCol="0" anchor="b"/>
          <a:lstStyle>
            <a:lvl1pPr algn="r">
              <a:defRPr sz="1200"/>
            </a:lvl1pPr>
          </a:lstStyle>
          <a:p>
            <a:fld id="{7DB6726E-198A-4839-B360-56CD281DD9F8}" type="slidenum">
              <a:rPr lang="tr-TR" smtClean="0"/>
              <a:t>‹#›</a:t>
            </a:fld>
            <a:endParaRPr lang="tr-TR"/>
          </a:p>
        </p:txBody>
      </p:sp>
    </p:spTree>
    <p:extLst>
      <p:ext uri="{BB962C8B-B14F-4D97-AF65-F5344CB8AC3E}">
        <p14:creationId xmlns:p14="http://schemas.microsoft.com/office/powerpoint/2010/main" val="3933660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Üstbilgi Yer Tutucusu 1"/>
          <p:cNvSpPr>
            <a:spLocks noGrp="1"/>
          </p:cNvSpPr>
          <p:nvPr>
            <p:ph type="hdr" sz="quarter"/>
          </p:nvPr>
        </p:nvSpPr>
        <p:spPr>
          <a:xfrm>
            <a:off x="0" y="0"/>
            <a:ext cx="2950475" cy="498773"/>
          </a:xfrm>
          <a:prstGeom prst="rect">
            <a:avLst/>
          </a:prstGeom>
        </p:spPr>
        <p:txBody>
          <a:bodyPr vert="horz" lIns="91440" tIns="45720" rIns="91440" bIns="45720" rtlCol="0"/>
          <a:lstStyle>
            <a:lvl1pPr algn="l">
              <a:defRPr sz="1200"/>
            </a:lvl1pPr>
          </a:lstStyle>
          <a:p>
            <a:endParaRPr lang="tr-TR"/>
          </a:p>
        </p:txBody>
      </p:sp>
      <p:sp>
        <p:nvSpPr>
          <p:cNvPr id="3" name="Veri Yer Tutucusu 2"/>
          <p:cNvSpPr>
            <a:spLocks noGrp="1"/>
          </p:cNvSpPr>
          <p:nvPr>
            <p:ph type="dt" idx="1"/>
          </p:nvPr>
        </p:nvSpPr>
        <p:spPr>
          <a:xfrm>
            <a:off x="3856737" y="0"/>
            <a:ext cx="2950475" cy="498773"/>
          </a:xfrm>
          <a:prstGeom prst="rect">
            <a:avLst/>
          </a:prstGeom>
        </p:spPr>
        <p:txBody>
          <a:bodyPr vert="horz" lIns="91440" tIns="45720" rIns="91440" bIns="45720" rtlCol="0"/>
          <a:lstStyle>
            <a:lvl1pPr algn="r">
              <a:defRPr sz="1200"/>
            </a:lvl1pPr>
          </a:lstStyle>
          <a:p>
            <a:fld id="{38DA4258-0C29-4875-A812-3521ED0C8B61}" type="datetimeFigureOut">
              <a:rPr lang="tr-TR" smtClean="0"/>
              <a:t>30.03.2023</a:t>
            </a:fld>
            <a:endParaRPr lang="tr-TR"/>
          </a:p>
        </p:txBody>
      </p:sp>
      <p:sp>
        <p:nvSpPr>
          <p:cNvPr id="4" name="Slayt Görüntüsü Yer Tutucusu 3"/>
          <p:cNvSpPr>
            <a:spLocks noGrp="1" noRot="1" noChangeAspect="1"/>
          </p:cNvSpPr>
          <p:nvPr>
            <p:ph type="sldImg" idx="2"/>
          </p:nvPr>
        </p:nvSpPr>
        <p:spPr>
          <a:xfrm>
            <a:off x="423863" y="1243013"/>
            <a:ext cx="5961062" cy="3354387"/>
          </a:xfrm>
          <a:prstGeom prst="rect">
            <a:avLst/>
          </a:prstGeom>
          <a:noFill/>
          <a:ln w="12700">
            <a:solidFill>
              <a:prstClr val="black"/>
            </a:solidFill>
          </a:ln>
        </p:spPr>
        <p:txBody>
          <a:bodyPr vert="horz" lIns="91440" tIns="45720" rIns="91440" bIns="45720" rtlCol="0" anchor="ctr"/>
          <a:lstStyle/>
          <a:p>
            <a:endParaRPr lang="tr-TR"/>
          </a:p>
        </p:txBody>
      </p:sp>
      <p:sp>
        <p:nvSpPr>
          <p:cNvPr id="5" name="Not Yer Tutucusu 4"/>
          <p:cNvSpPr>
            <a:spLocks noGrp="1"/>
          </p:cNvSpPr>
          <p:nvPr>
            <p:ph type="body" sz="quarter" idx="3"/>
          </p:nvPr>
        </p:nvSpPr>
        <p:spPr>
          <a:xfrm>
            <a:off x="680879" y="4784070"/>
            <a:ext cx="5447030" cy="3914239"/>
          </a:xfrm>
          <a:prstGeom prst="rect">
            <a:avLst/>
          </a:prstGeom>
        </p:spPr>
        <p:txBody>
          <a:bodyPr vert="horz" lIns="91440" tIns="45720" rIns="91440" bIns="45720" rtlCol="0"/>
          <a:lstStyle/>
          <a:p>
            <a:pPr lvl="0"/>
            <a:r>
              <a:rPr lang="tr-TR"/>
              <a:t>Asıl metin stillerini düzenlemek için tıklatın</a:t>
            </a:r>
          </a:p>
          <a:p>
            <a:pPr lvl="1"/>
            <a:r>
              <a:rPr lang="tr-TR"/>
              <a:t>İkinci düzey</a:t>
            </a:r>
          </a:p>
          <a:p>
            <a:pPr lvl="2"/>
            <a:r>
              <a:rPr lang="tr-TR"/>
              <a:t>Üçüncü düzey</a:t>
            </a:r>
          </a:p>
          <a:p>
            <a:pPr lvl="3"/>
            <a:r>
              <a:rPr lang="tr-TR"/>
              <a:t>Dördüncü düzey</a:t>
            </a:r>
          </a:p>
          <a:p>
            <a:pPr lvl="4"/>
            <a:r>
              <a:rPr lang="tr-TR"/>
              <a:t>Beşinci düzey</a:t>
            </a:r>
          </a:p>
        </p:txBody>
      </p:sp>
      <p:sp>
        <p:nvSpPr>
          <p:cNvPr id="6" name="Altbilgi Yer Tutucusu 5"/>
          <p:cNvSpPr>
            <a:spLocks noGrp="1"/>
          </p:cNvSpPr>
          <p:nvPr>
            <p:ph type="ftr" sz="quarter" idx="4"/>
          </p:nvPr>
        </p:nvSpPr>
        <p:spPr>
          <a:xfrm>
            <a:off x="0" y="9442154"/>
            <a:ext cx="2950475" cy="498772"/>
          </a:xfrm>
          <a:prstGeom prst="rect">
            <a:avLst/>
          </a:prstGeom>
        </p:spPr>
        <p:txBody>
          <a:bodyPr vert="horz" lIns="91440" tIns="45720" rIns="91440" bIns="45720" rtlCol="0" anchor="b"/>
          <a:lstStyle>
            <a:lvl1pPr algn="l">
              <a:defRPr sz="1200"/>
            </a:lvl1pPr>
          </a:lstStyle>
          <a:p>
            <a:endParaRPr lang="tr-TR"/>
          </a:p>
        </p:txBody>
      </p:sp>
      <p:sp>
        <p:nvSpPr>
          <p:cNvPr id="7" name="Slayt Numarası Yer Tutucusu 6"/>
          <p:cNvSpPr>
            <a:spLocks noGrp="1"/>
          </p:cNvSpPr>
          <p:nvPr>
            <p:ph type="sldNum" sz="quarter" idx="5"/>
          </p:nvPr>
        </p:nvSpPr>
        <p:spPr>
          <a:xfrm>
            <a:off x="3856737" y="9442154"/>
            <a:ext cx="2950475" cy="498772"/>
          </a:xfrm>
          <a:prstGeom prst="rect">
            <a:avLst/>
          </a:prstGeom>
        </p:spPr>
        <p:txBody>
          <a:bodyPr vert="horz" lIns="91440" tIns="45720" rIns="91440" bIns="45720" rtlCol="0" anchor="b"/>
          <a:lstStyle>
            <a:lvl1pPr algn="r">
              <a:defRPr sz="1200"/>
            </a:lvl1pPr>
          </a:lstStyle>
          <a:p>
            <a:fld id="{F62D9E1C-2D9A-4B89-AFFE-1D7ADD9933E0}" type="slidenum">
              <a:rPr lang="tr-TR" smtClean="0"/>
              <a:t>‹#›</a:t>
            </a:fld>
            <a:endParaRPr lang="tr-TR"/>
          </a:p>
        </p:txBody>
      </p:sp>
    </p:spTree>
    <p:extLst>
      <p:ext uri="{BB962C8B-B14F-4D97-AF65-F5344CB8AC3E}">
        <p14:creationId xmlns:p14="http://schemas.microsoft.com/office/powerpoint/2010/main" val="3399504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a:t>
            </a:fld>
            <a:endParaRPr lang="tr-TR"/>
          </a:p>
        </p:txBody>
      </p:sp>
    </p:spTree>
    <p:extLst>
      <p:ext uri="{BB962C8B-B14F-4D97-AF65-F5344CB8AC3E}">
        <p14:creationId xmlns:p14="http://schemas.microsoft.com/office/powerpoint/2010/main" val="262010062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2</a:t>
            </a:fld>
            <a:endParaRPr lang="tr-TR"/>
          </a:p>
        </p:txBody>
      </p:sp>
    </p:spTree>
    <p:extLst>
      <p:ext uri="{BB962C8B-B14F-4D97-AF65-F5344CB8AC3E}">
        <p14:creationId xmlns:p14="http://schemas.microsoft.com/office/powerpoint/2010/main" val="17565969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3</a:t>
            </a:fld>
            <a:endParaRPr lang="tr-TR"/>
          </a:p>
        </p:txBody>
      </p:sp>
    </p:spTree>
    <p:extLst>
      <p:ext uri="{BB962C8B-B14F-4D97-AF65-F5344CB8AC3E}">
        <p14:creationId xmlns:p14="http://schemas.microsoft.com/office/powerpoint/2010/main" val="278433413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4</a:t>
            </a:fld>
            <a:endParaRPr lang="tr-TR"/>
          </a:p>
        </p:txBody>
      </p:sp>
    </p:spTree>
    <p:extLst>
      <p:ext uri="{BB962C8B-B14F-4D97-AF65-F5344CB8AC3E}">
        <p14:creationId xmlns:p14="http://schemas.microsoft.com/office/powerpoint/2010/main" val="282830404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5</a:t>
            </a:fld>
            <a:endParaRPr lang="tr-TR"/>
          </a:p>
        </p:txBody>
      </p:sp>
    </p:spTree>
    <p:extLst>
      <p:ext uri="{BB962C8B-B14F-4D97-AF65-F5344CB8AC3E}">
        <p14:creationId xmlns:p14="http://schemas.microsoft.com/office/powerpoint/2010/main" val="374039504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6</a:t>
            </a:fld>
            <a:endParaRPr lang="tr-TR"/>
          </a:p>
        </p:txBody>
      </p:sp>
    </p:spTree>
    <p:extLst>
      <p:ext uri="{BB962C8B-B14F-4D97-AF65-F5344CB8AC3E}">
        <p14:creationId xmlns:p14="http://schemas.microsoft.com/office/powerpoint/2010/main" val="179689943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7</a:t>
            </a:fld>
            <a:endParaRPr lang="tr-TR"/>
          </a:p>
        </p:txBody>
      </p:sp>
    </p:spTree>
    <p:extLst>
      <p:ext uri="{BB962C8B-B14F-4D97-AF65-F5344CB8AC3E}">
        <p14:creationId xmlns:p14="http://schemas.microsoft.com/office/powerpoint/2010/main" val="299155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8</a:t>
            </a:fld>
            <a:endParaRPr lang="tr-TR"/>
          </a:p>
        </p:txBody>
      </p:sp>
    </p:spTree>
    <p:extLst>
      <p:ext uri="{BB962C8B-B14F-4D97-AF65-F5344CB8AC3E}">
        <p14:creationId xmlns:p14="http://schemas.microsoft.com/office/powerpoint/2010/main" val="259910130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9</a:t>
            </a:fld>
            <a:endParaRPr lang="tr-TR"/>
          </a:p>
        </p:txBody>
      </p:sp>
    </p:spTree>
    <p:extLst>
      <p:ext uri="{BB962C8B-B14F-4D97-AF65-F5344CB8AC3E}">
        <p14:creationId xmlns:p14="http://schemas.microsoft.com/office/powerpoint/2010/main" val="317526903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10</a:t>
            </a:fld>
            <a:endParaRPr lang="tr-TR"/>
          </a:p>
        </p:txBody>
      </p:sp>
    </p:spTree>
    <p:extLst>
      <p:ext uri="{BB962C8B-B14F-4D97-AF65-F5344CB8AC3E}">
        <p14:creationId xmlns:p14="http://schemas.microsoft.com/office/powerpoint/2010/main" val="274960835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11</a:t>
            </a:fld>
            <a:endParaRPr lang="tr-TR"/>
          </a:p>
        </p:txBody>
      </p:sp>
    </p:spTree>
    <p:extLst>
      <p:ext uri="{BB962C8B-B14F-4D97-AF65-F5344CB8AC3E}">
        <p14:creationId xmlns:p14="http://schemas.microsoft.com/office/powerpoint/2010/main" val="42347014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12</a:t>
            </a:fld>
            <a:endParaRPr lang="tr-TR"/>
          </a:p>
        </p:txBody>
      </p:sp>
    </p:spTree>
    <p:extLst>
      <p:ext uri="{BB962C8B-B14F-4D97-AF65-F5344CB8AC3E}">
        <p14:creationId xmlns:p14="http://schemas.microsoft.com/office/powerpoint/2010/main" val="183959053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13</a:t>
            </a:fld>
            <a:endParaRPr lang="tr-TR"/>
          </a:p>
        </p:txBody>
      </p:sp>
    </p:spTree>
    <p:extLst>
      <p:ext uri="{BB962C8B-B14F-4D97-AF65-F5344CB8AC3E}">
        <p14:creationId xmlns:p14="http://schemas.microsoft.com/office/powerpoint/2010/main" val="405155480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14</a:t>
            </a:fld>
            <a:endParaRPr lang="tr-TR"/>
          </a:p>
        </p:txBody>
      </p:sp>
    </p:spTree>
    <p:extLst>
      <p:ext uri="{BB962C8B-B14F-4D97-AF65-F5344CB8AC3E}">
        <p14:creationId xmlns:p14="http://schemas.microsoft.com/office/powerpoint/2010/main" val="2824119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15</a:t>
            </a:fld>
            <a:endParaRPr lang="tr-TR"/>
          </a:p>
        </p:txBody>
      </p:sp>
    </p:spTree>
    <p:extLst>
      <p:ext uri="{BB962C8B-B14F-4D97-AF65-F5344CB8AC3E}">
        <p14:creationId xmlns:p14="http://schemas.microsoft.com/office/powerpoint/2010/main" val="421620351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16</a:t>
            </a:fld>
            <a:endParaRPr lang="tr-TR"/>
          </a:p>
        </p:txBody>
      </p:sp>
    </p:spTree>
    <p:extLst>
      <p:ext uri="{BB962C8B-B14F-4D97-AF65-F5344CB8AC3E}">
        <p14:creationId xmlns:p14="http://schemas.microsoft.com/office/powerpoint/2010/main" val="47844175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17</a:t>
            </a:fld>
            <a:endParaRPr lang="tr-TR"/>
          </a:p>
        </p:txBody>
      </p:sp>
    </p:spTree>
    <p:extLst>
      <p:ext uri="{BB962C8B-B14F-4D97-AF65-F5344CB8AC3E}">
        <p14:creationId xmlns:p14="http://schemas.microsoft.com/office/powerpoint/2010/main" val="239463791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ayt Resmi Yer Tutucusu 1"/>
          <p:cNvSpPr>
            <a:spLocks noGrp="1" noRot="1" noChangeAspect="1"/>
          </p:cNvSpPr>
          <p:nvPr>
            <p:ph type="sldImg"/>
          </p:nvPr>
        </p:nvSpPr>
        <p:spPr/>
      </p:sp>
      <p:sp>
        <p:nvSpPr>
          <p:cNvPr id="3" name="Not Yer Tutucusu 2"/>
          <p:cNvSpPr>
            <a:spLocks noGrp="1"/>
          </p:cNvSpPr>
          <p:nvPr>
            <p:ph type="body" idx="1"/>
          </p:nvPr>
        </p:nvSpPr>
        <p:spPr/>
        <p:txBody>
          <a:bodyPr/>
          <a:lstStyle/>
          <a:p>
            <a:endParaRPr lang="tr-TR"/>
          </a:p>
        </p:txBody>
      </p:sp>
      <p:sp>
        <p:nvSpPr>
          <p:cNvPr id="4" name="Slayt Numarası Yer Tutucusu 3"/>
          <p:cNvSpPr>
            <a:spLocks noGrp="1"/>
          </p:cNvSpPr>
          <p:nvPr>
            <p:ph type="sldNum" sz="quarter" idx="5"/>
          </p:nvPr>
        </p:nvSpPr>
        <p:spPr/>
        <p:txBody>
          <a:bodyPr/>
          <a:lstStyle/>
          <a:p>
            <a:fld id="{F62D9E1C-2D9A-4B89-AFFE-1D7ADD9933E0}" type="slidenum">
              <a:rPr lang="tr-TR" smtClean="0"/>
              <a:t>18</a:t>
            </a:fld>
            <a:endParaRPr lang="tr-TR"/>
          </a:p>
        </p:txBody>
      </p:sp>
    </p:spTree>
    <p:extLst>
      <p:ext uri="{BB962C8B-B14F-4D97-AF65-F5344CB8AC3E}">
        <p14:creationId xmlns:p14="http://schemas.microsoft.com/office/powerpoint/2010/main" val="3086306798"/>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wmf"/><Relationship Id="rId2" Type="http://schemas.openxmlformats.org/officeDocument/2006/relationships/image" Target="../media/image1.wmf"/><Relationship Id="rId1" Type="http://schemas.openxmlformats.org/officeDocument/2006/relationships/slideMaster" Target="../slideMasters/slideMaster1.xml"/><Relationship Id="rId5" Type="http://schemas.openxmlformats.org/officeDocument/2006/relationships/image" Target="../media/image4.png"/><Relationship Id="rId4" Type="http://schemas.openxmlformats.org/officeDocument/2006/relationships/image" Target="../media/image3.wmf"/></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3.wmf"/><Relationship Id="rId2" Type="http://schemas.openxmlformats.org/officeDocument/2006/relationships/image" Target="../media/image1.w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wmf"/><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şlık Slaydı">
    <p:spTree>
      <p:nvGrpSpPr>
        <p:cNvPr id="1" name=""/>
        <p:cNvGrpSpPr/>
        <p:nvPr/>
      </p:nvGrpSpPr>
      <p:grpSpPr>
        <a:xfrm>
          <a:off x="0" y="0"/>
          <a:ext cx="0" cy="0"/>
          <a:chOff x="0" y="0"/>
          <a:chExt cx="0" cy="0"/>
        </a:xfrm>
      </p:grpSpPr>
      <p:pic>
        <p:nvPicPr>
          <p:cNvPr id="4" name="Resim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000" y="6094800"/>
            <a:ext cx="2369505" cy="396000"/>
          </a:xfrm>
          <a:prstGeom prst="rect">
            <a:avLst/>
          </a:prstGeom>
        </p:spPr>
      </p:pic>
      <p:pic>
        <p:nvPicPr>
          <p:cNvPr id="5" name="Resim 4"/>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936000" y="2281547"/>
            <a:ext cx="4320000" cy="2294906"/>
          </a:xfrm>
          <a:prstGeom prst="rect">
            <a:avLst/>
          </a:prstGeom>
        </p:spPr>
      </p:pic>
      <p:pic>
        <p:nvPicPr>
          <p:cNvPr id="7" name="Resim 6"/>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3936000" y="2281546"/>
            <a:ext cx="4320000" cy="2294908"/>
          </a:xfrm>
          <a:prstGeom prst="rect">
            <a:avLst/>
          </a:prstGeom>
        </p:spPr>
      </p:pic>
      <p:pic>
        <p:nvPicPr>
          <p:cNvPr id="8" name="Resim 7"/>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263352" y="5949280"/>
            <a:ext cx="2340000" cy="708685"/>
          </a:xfrm>
          <a:prstGeom prst="rect">
            <a:avLst/>
          </a:prstGeom>
        </p:spPr>
      </p:pic>
    </p:spTree>
    <p:extLst>
      <p:ext uri="{BB962C8B-B14F-4D97-AF65-F5344CB8AC3E}">
        <p14:creationId xmlns:p14="http://schemas.microsoft.com/office/powerpoint/2010/main" val="268421894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Başlık ve İçerik">
    <p:spTree>
      <p:nvGrpSpPr>
        <p:cNvPr id="1" name=""/>
        <p:cNvGrpSpPr/>
        <p:nvPr/>
      </p:nvGrpSpPr>
      <p:grpSpPr>
        <a:xfrm>
          <a:off x="0" y="0"/>
          <a:ext cx="0" cy="0"/>
          <a:chOff x="0" y="0"/>
          <a:chExt cx="0" cy="0"/>
        </a:xfrm>
      </p:grpSpPr>
      <p:pic>
        <p:nvPicPr>
          <p:cNvPr id="4" name="Resim 3"/>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96000" y="6094800"/>
            <a:ext cx="2369505" cy="396000"/>
          </a:xfrm>
          <a:prstGeom prst="rect">
            <a:avLst/>
          </a:prstGeom>
        </p:spPr>
      </p:pic>
      <p:pic>
        <p:nvPicPr>
          <p:cNvPr id="7" name="Resim 6"/>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1132929" y="2568410"/>
            <a:ext cx="3240000" cy="1721181"/>
          </a:xfrm>
          <a:prstGeom prst="rect">
            <a:avLst/>
          </a:prstGeom>
        </p:spPr>
      </p:pic>
      <p:cxnSp>
        <p:nvCxnSpPr>
          <p:cNvPr id="8" name="Düz Bağlayıcı 7"/>
          <p:cNvCxnSpPr/>
          <p:nvPr userDrawn="1"/>
        </p:nvCxnSpPr>
        <p:spPr>
          <a:xfrm>
            <a:off x="5519936" y="836712"/>
            <a:ext cx="0" cy="5400600"/>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pic>
        <p:nvPicPr>
          <p:cNvPr id="9" name="Resim 8"/>
          <p:cNvPicPr>
            <a:picLocks noChangeAspect="1"/>
          </p:cNvPicPr>
          <p:nvPr userDrawn="1"/>
        </p:nvPicPr>
        <p:blipFill>
          <a:blip r:embed="rId4" cstate="print">
            <a:extLst>
              <a:ext uri="{28A0092B-C50C-407E-A947-70E740481C1C}">
                <a14:useLocalDpi xmlns:a14="http://schemas.microsoft.com/office/drawing/2010/main" val="0"/>
              </a:ext>
            </a:extLst>
          </a:blip>
          <a:stretch>
            <a:fillRect/>
          </a:stretch>
        </p:blipFill>
        <p:spPr>
          <a:xfrm>
            <a:off x="263352" y="5949280"/>
            <a:ext cx="2340000" cy="708685"/>
          </a:xfrm>
          <a:prstGeom prst="rect">
            <a:avLst/>
          </a:prstGeom>
        </p:spPr>
      </p:pic>
    </p:spTree>
    <p:extLst>
      <p:ext uri="{BB962C8B-B14F-4D97-AF65-F5344CB8AC3E}">
        <p14:creationId xmlns:p14="http://schemas.microsoft.com/office/powerpoint/2010/main" val="41829591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Başlık ve İçerik">
    <p:spTree>
      <p:nvGrpSpPr>
        <p:cNvPr id="1" name=""/>
        <p:cNvGrpSpPr/>
        <p:nvPr/>
      </p:nvGrpSpPr>
      <p:grpSpPr>
        <a:xfrm>
          <a:off x="0" y="0"/>
          <a:ext cx="0" cy="0"/>
          <a:chOff x="0" y="0"/>
          <a:chExt cx="0" cy="0"/>
        </a:xfrm>
      </p:grpSpPr>
      <p:sp>
        <p:nvSpPr>
          <p:cNvPr id="3" name="İçerik Yer Tutucusu 2"/>
          <p:cNvSpPr>
            <a:spLocks noGrp="1"/>
          </p:cNvSpPr>
          <p:nvPr>
            <p:ph idx="1"/>
          </p:nvPr>
        </p:nvSpPr>
        <p:spPr>
          <a:xfrm>
            <a:off x="796668" y="1460544"/>
            <a:ext cx="10129125" cy="4462480"/>
          </a:xfrm>
          <a:prstGeom prst="rect">
            <a:avLst/>
          </a:prstGeom>
        </p:spPr>
        <p:txBody>
          <a:bodyPr/>
          <a:lstStyle>
            <a:lvl1pPr marL="342900" indent="-342900">
              <a:buClr>
                <a:srgbClr val="FF0000"/>
              </a:buClr>
              <a:buFont typeface="Arial" pitchFamily="34" charset="0"/>
              <a:buChar char="&gt;"/>
              <a:defRPr sz="2600" b="1">
                <a:latin typeface="Arial" pitchFamily="34" charset="0"/>
                <a:cs typeface="Arial" pitchFamily="34" charset="0"/>
              </a:defRPr>
            </a:lvl1pPr>
            <a:lvl2pPr marL="914400" indent="-457200">
              <a:buClr>
                <a:srgbClr val="FF0000"/>
              </a:buClr>
              <a:buFont typeface="Arial" pitchFamily="34" charset="0"/>
              <a:buChar char="&gt;"/>
              <a:defRPr sz="2400">
                <a:latin typeface="Arial" pitchFamily="34" charset="0"/>
                <a:cs typeface="Arial" pitchFamily="34" charset="0"/>
              </a:defRPr>
            </a:lvl2pPr>
            <a:lvl3pPr marL="1143000" indent="-228600">
              <a:buClr>
                <a:srgbClr val="FF0000"/>
              </a:buClr>
              <a:buFont typeface="Arial" pitchFamily="34" charset="0"/>
              <a:buChar char="&gt;"/>
              <a:defRPr sz="2200">
                <a:latin typeface="Arial" pitchFamily="34" charset="0"/>
                <a:cs typeface="Arial" pitchFamily="34" charset="0"/>
              </a:defRPr>
            </a:lvl3pPr>
            <a:lvl4pPr marL="1600200" indent="-228600">
              <a:buClr>
                <a:srgbClr val="FF0000"/>
              </a:buClr>
              <a:buFont typeface="Arial" pitchFamily="34" charset="0"/>
              <a:buChar char="&gt;"/>
              <a:defRPr>
                <a:latin typeface="Arial" pitchFamily="34" charset="0"/>
                <a:cs typeface="Arial" pitchFamily="34" charset="0"/>
              </a:defRPr>
            </a:lvl4pPr>
            <a:lvl5pPr marL="2057400" indent="-228600">
              <a:buClr>
                <a:srgbClr val="FF0000"/>
              </a:buClr>
              <a:buFont typeface="Arial" pitchFamily="34" charset="0"/>
              <a:buChar char="&gt;"/>
              <a:defRPr sz="1700">
                <a:latin typeface="Arial" pitchFamily="34" charset="0"/>
                <a:cs typeface="Arial" pitchFamily="34" charset="0"/>
              </a:defRPr>
            </a:lvl5pPr>
          </a:lstStyle>
          <a:p>
            <a:pPr lvl="0"/>
            <a:r>
              <a:rPr lang="tr-TR" dirty="0"/>
              <a:t>Asıl metin stillerini düzenlemek için tıklatın</a:t>
            </a:r>
          </a:p>
          <a:p>
            <a:pPr lvl="1"/>
            <a:r>
              <a:rPr lang="tr-TR" dirty="0"/>
              <a:t>İkinci düzey</a:t>
            </a:r>
          </a:p>
          <a:p>
            <a:pPr lvl="2"/>
            <a:r>
              <a:rPr lang="tr-TR" dirty="0"/>
              <a:t>Üçüncü düzey</a:t>
            </a:r>
          </a:p>
          <a:p>
            <a:pPr lvl="3"/>
            <a:r>
              <a:rPr lang="tr-TR" dirty="0"/>
              <a:t>Dördüncü düzey</a:t>
            </a:r>
          </a:p>
          <a:p>
            <a:pPr lvl="4"/>
            <a:r>
              <a:rPr lang="tr-TR" dirty="0"/>
              <a:t>Beşinci düzey</a:t>
            </a:r>
          </a:p>
        </p:txBody>
      </p:sp>
      <p:sp>
        <p:nvSpPr>
          <p:cNvPr id="2" name="Başlık 1"/>
          <p:cNvSpPr>
            <a:spLocks noGrp="1"/>
          </p:cNvSpPr>
          <p:nvPr>
            <p:ph type="title"/>
          </p:nvPr>
        </p:nvSpPr>
        <p:spPr>
          <a:xfrm>
            <a:off x="812800" y="331200"/>
            <a:ext cx="8328391" cy="522000"/>
          </a:xfrm>
          <a:prstGeom prst="rect">
            <a:avLst/>
          </a:prstGeom>
        </p:spPr>
        <p:txBody>
          <a:bodyPr/>
          <a:lstStyle>
            <a:lvl1pPr algn="l">
              <a:defRPr sz="2800" b="1">
                <a:latin typeface="Arial" pitchFamily="34" charset="0"/>
                <a:cs typeface="Arial" pitchFamily="34" charset="0"/>
              </a:defRPr>
            </a:lvl1pPr>
          </a:lstStyle>
          <a:p>
            <a:r>
              <a:rPr lang="tr-TR" dirty="0"/>
              <a:t>Asıl başlık stili için tıklatın</a:t>
            </a:r>
          </a:p>
        </p:txBody>
      </p:sp>
      <p:sp>
        <p:nvSpPr>
          <p:cNvPr id="8" name="TextBox 15"/>
          <p:cNvSpPr txBox="1"/>
          <p:nvPr userDrawn="1"/>
        </p:nvSpPr>
        <p:spPr>
          <a:xfrm>
            <a:off x="407368" y="6477106"/>
            <a:ext cx="341760" cy="246221"/>
          </a:xfrm>
          <a:prstGeom prst="rect">
            <a:avLst/>
          </a:prstGeom>
          <a:noFill/>
        </p:spPr>
        <p:txBody>
          <a:bodyPr wrap="none" rtlCol="0">
            <a:spAutoFit/>
          </a:bodyPr>
          <a:lstStyle/>
          <a:p>
            <a:fld id="{0F07FFD9-7F16-4B38-9426-FD2385823B0A}" type="slidenum">
              <a:rPr lang="en-US" sz="1000" smtClean="0">
                <a:latin typeface="Arial"/>
                <a:cs typeface="Arial"/>
              </a:rPr>
              <a:t>‹#›</a:t>
            </a:fld>
            <a:endParaRPr lang="en-US" sz="1000" dirty="0">
              <a:latin typeface="Arial"/>
              <a:cs typeface="Arial"/>
            </a:endParaRPr>
          </a:p>
        </p:txBody>
      </p:sp>
      <p:cxnSp>
        <p:nvCxnSpPr>
          <p:cNvPr id="9" name="Straight Connector 16"/>
          <p:cNvCxnSpPr/>
          <p:nvPr userDrawn="1"/>
        </p:nvCxnSpPr>
        <p:spPr>
          <a:xfrm>
            <a:off x="815413" y="6454460"/>
            <a:ext cx="0" cy="403540"/>
          </a:xfrm>
          <a:prstGeom prst="line">
            <a:avLst/>
          </a:prstGeom>
          <a:ln>
            <a:solidFill>
              <a:srgbClr val="FF0000"/>
            </a:solidFill>
          </a:ln>
          <a:effectLst/>
        </p:spPr>
        <p:style>
          <a:lnRef idx="2">
            <a:schemeClr val="accent1"/>
          </a:lnRef>
          <a:fillRef idx="0">
            <a:schemeClr val="accent1"/>
          </a:fillRef>
          <a:effectRef idx="1">
            <a:schemeClr val="accent1"/>
          </a:effectRef>
          <a:fontRef idx="minor">
            <a:schemeClr val="tx1"/>
          </a:fontRef>
        </p:style>
      </p:cxnSp>
      <p:sp>
        <p:nvSpPr>
          <p:cNvPr id="10" name="TextBox 17"/>
          <p:cNvSpPr txBox="1"/>
          <p:nvPr userDrawn="1"/>
        </p:nvSpPr>
        <p:spPr>
          <a:xfrm>
            <a:off x="815414" y="6477106"/>
            <a:ext cx="748923" cy="246221"/>
          </a:xfrm>
          <a:prstGeom prst="rect">
            <a:avLst/>
          </a:prstGeom>
          <a:noFill/>
        </p:spPr>
        <p:txBody>
          <a:bodyPr wrap="none" rtlCol="0">
            <a:spAutoFit/>
          </a:bodyPr>
          <a:lstStyle/>
          <a:p>
            <a:fld id="{BEC2A95E-98FE-4BC1-8AB1-CA8799268395}" type="datetime1">
              <a:rPr lang="tr-TR" sz="1000" smtClean="0">
                <a:latin typeface="Arial"/>
                <a:cs typeface="Arial"/>
              </a:rPr>
              <a:t>30.03.2023</a:t>
            </a:fld>
            <a:endParaRPr lang="en-US" sz="1000" dirty="0">
              <a:latin typeface="Arial"/>
              <a:cs typeface="Arial"/>
            </a:endParaRPr>
          </a:p>
        </p:txBody>
      </p:sp>
      <p:cxnSp>
        <p:nvCxnSpPr>
          <p:cNvPr id="12" name="Straight Connector 13"/>
          <p:cNvCxnSpPr/>
          <p:nvPr userDrawn="1"/>
        </p:nvCxnSpPr>
        <p:spPr>
          <a:xfrm>
            <a:off x="812800" y="904875"/>
            <a:ext cx="10566400" cy="1588"/>
          </a:xfrm>
          <a:prstGeom prst="line">
            <a:avLst/>
          </a:prstGeom>
          <a:ln w="12700" cap="flat" cmpd="sng" algn="ctr">
            <a:solidFill>
              <a:schemeClr val="bg1">
                <a:lumMod val="65000"/>
              </a:schemeClr>
            </a:solidFill>
            <a:prstDash val="solid"/>
            <a:round/>
            <a:headEnd type="none" w="med" len="med"/>
            <a:tailEnd type="none" w="med" len="med"/>
          </a:ln>
          <a:effectLst/>
        </p:spPr>
        <p:style>
          <a:lnRef idx="2">
            <a:schemeClr val="accent1"/>
          </a:lnRef>
          <a:fillRef idx="0">
            <a:schemeClr val="accent1"/>
          </a:fillRef>
          <a:effectRef idx="1">
            <a:schemeClr val="accent1"/>
          </a:effectRef>
          <a:fontRef idx="minor">
            <a:schemeClr val="tx1"/>
          </a:fontRef>
        </p:style>
      </p:cxnSp>
      <p:pic>
        <p:nvPicPr>
          <p:cNvPr id="15" name="Resim 14"/>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227154" y="183600"/>
            <a:ext cx="1152046" cy="612000"/>
          </a:xfrm>
          <a:prstGeom prst="rect">
            <a:avLst/>
          </a:prstGeom>
        </p:spPr>
      </p:pic>
      <p:pic>
        <p:nvPicPr>
          <p:cNvPr id="11" name="Resim 10"/>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5015880" y="6122763"/>
            <a:ext cx="2340000" cy="708685"/>
          </a:xfrm>
          <a:prstGeom prst="rect">
            <a:avLst/>
          </a:prstGeom>
        </p:spPr>
      </p:pic>
    </p:spTree>
    <p:extLst>
      <p:ext uri="{BB962C8B-B14F-4D97-AF65-F5344CB8AC3E}">
        <p14:creationId xmlns:p14="http://schemas.microsoft.com/office/powerpoint/2010/main" val="377412255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3071015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6" r:id="rId3"/>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tr-T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hyperlink" Target="http://bbys.erdemir.com.tr/otcs/cs.exe?func=ll&amp;objaction=overview&amp;objid=74946659&amp;logStopConditionID=700894_1411445651_3_open" TargetMode="External"/><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hyperlink" Target="http://bbys.erdemir.com.tr/otcs/cs.exe?func=ll&amp;objaction=overview&amp;objid=68604568&amp;logStopConditionID=592643_1739377565_1_open" TargetMode="External"/><Relationship Id="rId7" Type="http://schemas.openxmlformats.org/officeDocument/2006/relationships/image" Target="../media/image9.emf"/><Relationship Id="rId2" Type="http://schemas.openxmlformats.org/officeDocument/2006/relationships/notesSlide" Target="../notesSlides/notesSlide6.xml"/><Relationship Id="rId1" Type="http://schemas.openxmlformats.org/officeDocument/2006/relationships/slideLayout" Target="../slideLayouts/slideLayout3.xml"/><Relationship Id="rId6" Type="http://schemas.openxmlformats.org/officeDocument/2006/relationships/image" Target="../media/image8.emf"/><Relationship Id="rId5" Type="http://schemas.openxmlformats.org/officeDocument/2006/relationships/image" Target="../media/image7.pn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8" Type="http://schemas.microsoft.com/office/2007/relationships/diagramDrawing" Target="../diagrams/drawing2.xml"/><Relationship Id="rId13" Type="http://schemas.microsoft.com/office/2007/relationships/diagramDrawing" Target="../diagrams/drawing3.xml"/><Relationship Id="rId3" Type="http://schemas.openxmlformats.org/officeDocument/2006/relationships/image" Target="../media/image10.png"/><Relationship Id="rId7" Type="http://schemas.openxmlformats.org/officeDocument/2006/relationships/diagramColors" Target="../diagrams/colors2.xml"/><Relationship Id="rId12" Type="http://schemas.openxmlformats.org/officeDocument/2006/relationships/diagramColors" Target="../diagrams/colors3.xml"/><Relationship Id="rId2" Type="http://schemas.openxmlformats.org/officeDocument/2006/relationships/notesSlide" Target="../notesSlides/notesSlide7.xml"/><Relationship Id="rId1" Type="http://schemas.openxmlformats.org/officeDocument/2006/relationships/slideLayout" Target="../slideLayouts/slideLayout3.xml"/><Relationship Id="rId6" Type="http://schemas.openxmlformats.org/officeDocument/2006/relationships/diagramQuickStyle" Target="../diagrams/quickStyle2.xml"/><Relationship Id="rId11" Type="http://schemas.openxmlformats.org/officeDocument/2006/relationships/diagramQuickStyle" Target="../diagrams/quickStyle3.xml"/><Relationship Id="rId5" Type="http://schemas.openxmlformats.org/officeDocument/2006/relationships/diagramLayout" Target="../diagrams/layout2.xml"/><Relationship Id="rId10" Type="http://schemas.openxmlformats.org/officeDocument/2006/relationships/diagramLayout" Target="../diagrams/layout3.xml"/><Relationship Id="rId4" Type="http://schemas.openxmlformats.org/officeDocument/2006/relationships/diagramData" Target="../diagrams/data2.xml"/><Relationship Id="rId9" Type="http://schemas.openxmlformats.org/officeDocument/2006/relationships/diagramData" Target="../diagrams/data3.xml"/></Relationships>
</file>

<file path=ppt/slides/_rels/slide8.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8.xml"/><Relationship Id="rId1" Type="http://schemas.openxmlformats.org/officeDocument/2006/relationships/slideLayout" Target="../slideLayouts/slideLayout3.xml"/><Relationship Id="rId5" Type="http://schemas.openxmlformats.org/officeDocument/2006/relationships/image" Target="../media/image13.png"/><Relationship Id="rId4" Type="http://schemas.openxmlformats.org/officeDocument/2006/relationships/image" Target="../media/image12.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8" Type="http://schemas.openxmlformats.org/officeDocument/2006/relationships/diagramColors" Target="../diagrams/colors4.xml"/><Relationship Id="rId3" Type="http://schemas.openxmlformats.org/officeDocument/2006/relationships/image" Target="../media/image18.png"/><Relationship Id="rId7" Type="http://schemas.openxmlformats.org/officeDocument/2006/relationships/diagramQuickStyle" Target="../diagrams/quickStyle4.xml"/><Relationship Id="rId2" Type="http://schemas.openxmlformats.org/officeDocument/2006/relationships/notesSlide" Target="../notesSlides/notesSlide10.xml"/><Relationship Id="rId1" Type="http://schemas.openxmlformats.org/officeDocument/2006/relationships/slideLayout" Target="../slideLayouts/slideLayout3.xml"/><Relationship Id="rId6" Type="http://schemas.openxmlformats.org/officeDocument/2006/relationships/diagramLayout" Target="../diagrams/layout4.xml"/><Relationship Id="rId5" Type="http://schemas.openxmlformats.org/officeDocument/2006/relationships/diagramData" Target="../diagrams/data4.xml"/><Relationship Id="rId4" Type="http://schemas.openxmlformats.org/officeDocument/2006/relationships/image" Target="../media/image19.png"/><Relationship Id="rId9" Type="http://schemas.microsoft.com/office/2007/relationships/diagramDrawing" Target="../diagrams/drawing4.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1.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diagramData" Target="../diagrams/data7.xml"/><Relationship Id="rId13" Type="http://schemas.openxmlformats.org/officeDocument/2006/relationships/diagramData" Target="../diagrams/data8.xml"/><Relationship Id="rId18" Type="http://schemas.openxmlformats.org/officeDocument/2006/relationships/diagramData" Target="../diagrams/data9.xml"/><Relationship Id="rId3" Type="http://schemas.openxmlformats.org/officeDocument/2006/relationships/diagramData" Target="../diagrams/data6.xml"/><Relationship Id="rId21" Type="http://schemas.openxmlformats.org/officeDocument/2006/relationships/diagramColors" Target="../diagrams/colors9.xml"/><Relationship Id="rId7" Type="http://schemas.microsoft.com/office/2007/relationships/diagramDrawing" Target="../diagrams/drawing6.xml"/><Relationship Id="rId12" Type="http://schemas.microsoft.com/office/2007/relationships/diagramDrawing" Target="../diagrams/drawing7.xml"/><Relationship Id="rId17" Type="http://schemas.microsoft.com/office/2007/relationships/diagramDrawing" Target="../diagrams/drawing8.xml"/><Relationship Id="rId2" Type="http://schemas.openxmlformats.org/officeDocument/2006/relationships/notesSlide" Target="../notesSlides/notesSlide13.xml"/><Relationship Id="rId16" Type="http://schemas.openxmlformats.org/officeDocument/2006/relationships/diagramColors" Target="../diagrams/colors8.xml"/><Relationship Id="rId20" Type="http://schemas.openxmlformats.org/officeDocument/2006/relationships/diagramQuickStyle" Target="../diagrams/quickStyle9.xml"/><Relationship Id="rId1" Type="http://schemas.openxmlformats.org/officeDocument/2006/relationships/slideLayout" Target="../slideLayouts/slideLayout3.xml"/><Relationship Id="rId6" Type="http://schemas.openxmlformats.org/officeDocument/2006/relationships/diagramColors" Target="../diagrams/colors6.xml"/><Relationship Id="rId11" Type="http://schemas.openxmlformats.org/officeDocument/2006/relationships/diagramColors" Target="../diagrams/colors7.xml"/><Relationship Id="rId5" Type="http://schemas.openxmlformats.org/officeDocument/2006/relationships/diagramQuickStyle" Target="../diagrams/quickStyle6.xml"/><Relationship Id="rId15" Type="http://schemas.openxmlformats.org/officeDocument/2006/relationships/diagramQuickStyle" Target="../diagrams/quickStyle8.xml"/><Relationship Id="rId10" Type="http://schemas.openxmlformats.org/officeDocument/2006/relationships/diagramQuickStyle" Target="../diagrams/quickStyle7.xml"/><Relationship Id="rId19" Type="http://schemas.openxmlformats.org/officeDocument/2006/relationships/diagramLayout" Target="../diagrams/layout9.xml"/><Relationship Id="rId4" Type="http://schemas.openxmlformats.org/officeDocument/2006/relationships/diagramLayout" Target="../diagrams/layout6.xml"/><Relationship Id="rId9" Type="http://schemas.openxmlformats.org/officeDocument/2006/relationships/diagramLayout" Target="../diagrams/layout7.xml"/><Relationship Id="rId14" Type="http://schemas.openxmlformats.org/officeDocument/2006/relationships/diagramLayout" Target="../diagrams/layout8.xml"/><Relationship Id="rId22" Type="http://schemas.microsoft.com/office/2007/relationships/diagramDrawing" Target="../diagrams/drawing9.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5879976" y="2780928"/>
            <a:ext cx="5976664" cy="2031325"/>
          </a:xfrm>
          <a:prstGeom prst="rect">
            <a:avLst/>
          </a:prstGeom>
          <a:noFill/>
        </p:spPr>
        <p:txBody>
          <a:bodyPr wrap="square" rtlCol="0">
            <a:spAutoFit/>
          </a:bodyPr>
          <a:lstStyle/>
          <a:p>
            <a:pPr algn="ctr"/>
            <a:endParaRPr lang="tr-TR" sz="3400" b="1" dirty="0">
              <a:latin typeface="Arial-Bold"/>
              <a:cs typeface="Arial-Bold"/>
            </a:endParaRPr>
          </a:p>
          <a:p>
            <a:pPr algn="ctr"/>
            <a:r>
              <a:rPr lang="tr-TR" sz="3400" b="1" dirty="0">
                <a:latin typeface="Arial-Bold"/>
                <a:cs typeface="Arial-Bold"/>
              </a:rPr>
              <a:t>5S Uygulamaları</a:t>
            </a:r>
          </a:p>
          <a:p>
            <a:pPr algn="ctr"/>
            <a:endParaRPr lang="tr-TR" sz="3400" b="1" dirty="0">
              <a:latin typeface="Arial-Bold"/>
              <a:cs typeface="Arial-Bold"/>
            </a:endParaRPr>
          </a:p>
          <a:p>
            <a:pPr algn="ctr"/>
            <a:r>
              <a:rPr lang="tr-TR" sz="2400" b="1" dirty="0">
                <a:latin typeface="Arial-Bold"/>
                <a:cs typeface="Arial-Bold"/>
              </a:rPr>
              <a:t>Operasyonel Mükemmellik Müdürlüğü</a:t>
            </a:r>
          </a:p>
        </p:txBody>
      </p:sp>
      <p:sp>
        <p:nvSpPr>
          <p:cNvPr id="3" name="Metin kutusu 2"/>
          <p:cNvSpPr txBox="1"/>
          <p:nvPr/>
        </p:nvSpPr>
        <p:spPr>
          <a:xfrm>
            <a:off x="7788188" y="5445224"/>
            <a:ext cx="2700300" cy="461665"/>
          </a:xfrm>
          <a:prstGeom prst="rect">
            <a:avLst/>
          </a:prstGeom>
          <a:noFill/>
        </p:spPr>
        <p:txBody>
          <a:bodyPr wrap="square" rtlCol="0">
            <a:spAutoFit/>
          </a:bodyPr>
          <a:lstStyle/>
          <a:p>
            <a:r>
              <a:rPr lang="tr-TR" sz="2400" i="1" dirty="0"/>
              <a:t>30.03.2023</a:t>
            </a:r>
          </a:p>
        </p:txBody>
      </p:sp>
      <p:pic>
        <p:nvPicPr>
          <p:cNvPr id="4" name="Resim 3"/>
          <p:cNvPicPr>
            <a:picLocks noChangeAspect="1"/>
          </p:cNvPicPr>
          <p:nvPr/>
        </p:nvPicPr>
        <p:blipFill>
          <a:blip r:embed="rId3"/>
          <a:stretch>
            <a:fillRect/>
          </a:stretch>
        </p:blipFill>
        <p:spPr>
          <a:xfrm>
            <a:off x="6672064" y="692696"/>
            <a:ext cx="4254659" cy="2278646"/>
          </a:xfrm>
          <a:prstGeom prst="rect">
            <a:avLst/>
          </a:prstGeom>
        </p:spPr>
      </p:pic>
    </p:spTree>
    <p:extLst>
      <p:ext uri="{BB962C8B-B14F-4D97-AF65-F5344CB8AC3E}">
        <p14:creationId xmlns:p14="http://schemas.microsoft.com/office/powerpoint/2010/main" val="37811528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tr-TR" dirty="0"/>
              <a:t>Sunum Akışı</a:t>
            </a:r>
            <a:endParaRPr lang="en-GB" dirty="0"/>
          </a:p>
        </p:txBody>
      </p:sp>
      <p:graphicFrame>
        <p:nvGraphicFramePr>
          <p:cNvPr id="7" name="Diagram 3"/>
          <p:cNvGraphicFramePr/>
          <p:nvPr>
            <p:extLst>
              <p:ext uri="{D42A27DB-BD31-4B8C-83A1-F6EECF244321}">
                <p14:modId xmlns:p14="http://schemas.microsoft.com/office/powerpoint/2010/main" val="764428942"/>
              </p:ext>
            </p:extLst>
          </p:nvPr>
        </p:nvGraphicFramePr>
        <p:xfrm>
          <a:off x="1323157" y="1412776"/>
          <a:ext cx="9525371" cy="48248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221051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495256" y="1700808"/>
            <a:ext cx="6696744" cy="1138773"/>
          </a:xfrm>
          <a:prstGeom prst="rect">
            <a:avLst/>
          </a:prstGeom>
          <a:noFill/>
        </p:spPr>
        <p:txBody>
          <a:bodyPr wrap="square" rtlCol="0">
            <a:spAutoFit/>
          </a:bodyPr>
          <a:lstStyle/>
          <a:p>
            <a:pPr lvl="0" algn="ctr">
              <a:defRPr/>
            </a:pPr>
            <a:r>
              <a:rPr lang="tr-TR" sz="3400" b="1" dirty="0">
                <a:solidFill>
                  <a:prstClr val="black"/>
                </a:solidFill>
                <a:latin typeface="Arial" panose="020B0604020202020204" pitchFamily="34" charset="0"/>
                <a:cs typeface="Arial" panose="020B0604020202020204" pitchFamily="34" charset="0"/>
              </a:rPr>
              <a:t>1. Çalışmaların Yürütülmesi / Sorumluluklar</a:t>
            </a:r>
            <a:r>
              <a:rPr kumimoji="0" lang="tr-TR" sz="3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pic>
        <p:nvPicPr>
          <p:cNvPr id="6" name="Resim 5"/>
          <p:cNvPicPr>
            <a:picLocks noChangeAspect="1"/>
          </p:cNvPicPr>
          <p:nvPr/>
        </p:nvPicPr>
        <p:blipFill>
          <a:blip r:embed="rId3"/>
          <a:stretch>
            <a:fillRect/>
          </a:stretch>
        </p:blipFill>
        <p:spPr>
          <a:xfrm>
            <a:off x="6716298" y="3284984"/>
            <a:ext cx="4254659" cy="2278646"/>
          </a:xfrm>
          <a:prstGeom prst="rect">
            <a:avLst/>
          </a:prstGeom>
        </p:spPr>
      </p:pic>
    </p:spTree>
    <p:extLst>
      <p:ext uri="{BB962C8B-B14F-4D97-AF65-F5344CB8AC3E}">
        <p14:creationId xmlns:p14="http://schemas.microsoft.com/office/powerpoint/2010/main" val="30903540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1. Çalışmaların Yürütülmesi / Sorumluluklar</a:t>
            </a:r>
          </a:p>
        </p:txBody>
      </p:sp>
      <p:grpSp>
        <p:nvGrpSpPr>
          <p:cNvPr id="4" name="Grup 3"/>
          <p:cNvGrpSpPr/>
          <p:nvPr/>
        </p:nvGrpSpPr>
        <p:grpSpPr>
          <a:xfrm>
            <a:off x="690171" y="2855766"/>
            <a:ext cx="3031780" cy="429218"/>
            <a:chOff x="0" y="37418"/>
            <a:chExt cx="7128792" cy="429218"/>
          </a:xfrm>
        </p:grpSpPr>
        <p:sp>
          <p:nvSpPr>
            <p:cNvPr id="5" name="Yuvarlatılmış Dikdörtgen 4"/>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 name="Yuvarlatılmış Dikdörtgen 4"/>
            <p:cNvSpPr txBox="1"/>
            <p:nvPr/>
          </p:nvSpPr>
          <p:spPr>
            <a:xfrm>
              <a:off x="0" y="79324"/>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Ünite Sorumlulukları</a:t>
              </a:r>
            </a:p>
          </p:txBody>
        </p:sp>
      </p:grpSp>
      <p:sp>
        <p:nvSpPr>
          <p:cNvPr id="2" name="Metin kutusu 1"/>
          <p:cNvSpPr txBox="1"/>
          <p:nvPr/>
        </p:nvSpPr>
        <p:spPr>
          <a:xfrm>
            <a:off x="551384" y="3074764"/>
            <a:ext cx="11233248" cy="2416046"/>
          </a:xfrm>
          <a:prstGeom prst="rect">
            <a:avLst/>
          </a:prstGeom>
          <a:noFill/>
        </p:spPr>
        <p:txBody>
          <a:bodyPr wrap="square" rtlCol="0">
            <a:spAutoFit/>
          </a:bodyPr>
          <a:lstStyle/>
          <a:p>
            <a:r>
              <a:rPr lang="tr-TR" sz="1900" b="1" dirty="0"/>
              <a:t> </a:t>
            </a:r>
          </a:p>
          <a:p>
            <a:r>
              <a:rPr lang="tr-TR" sz="1900" dirty="0"/>
              <a:t>Ünitelerde 5S uygulamalarından 1. derece sorumlu ünite müdürleridir. Ünite müdürleri 5S temsilcilerinin belirlenmesi, temsilcilerin ve tüm ünite çalışanlarının 5S kurallarına uymasını sağlar. Çalışmalar için kaynak ayırır.</a:t>
            </a:r>
          </a:p>
          <a:p>
            <a:r>
              <a:rPr lang="tr-TR" sz="1900" dirty="0"/>
              <a:t>Ünite organizasyon yapısına göre oluşturulan ve ünite müdürünün başkanlık ettiği  5S İletişim Ekibi, planlama, takip raporlama ve denetim organizasyonlarında ünite müdürüne destek olur.</a:t>
            </a:r>
          </a:p>
          <a:p>
            <a:r>
              <a:rPr lang="tr-TR" sz="1900" dirty="0"/>
              <a:t>5S ile ilgili uygulama ve standartlara Erdemir 5S Uygulama Kılavuzu’ndan </a:t>
            </a:r>
            <a:r>
              <a:rPr lang="tr-TR" sz="1900" b="1" dirty="0">
                <a:solidFill>
                  <a:srgbClr val="333333"/>
                </a:solidFill>
                <a:hlinkClick r:id="rId3"/>
              </a:rPr>
              <a:t>ERD.KLV.0083 ERDEMİR 5S UYGULAMA KILAVUZU</a:t>
            </a:r>
            <a:r>
              <a:rPr lang="tr-TR" sz="1900" dirty="0">
                <a:solidFill>
                  <a:srgbClr val="333333"/>
                </a:solidFill>
              </a:rPr>
              <a:t> ulaşabilirsiniz.</a:t>
            </a:r>
            <a:endParaRPr lang="tr-TR" sz="1900" dirty="0"/>
          </a:p>
          <a:p>
            <a:endParaRPr lang="tr-TR" sz="1900" dirty="0"/>
          </a:p>
        </p:txBody>
      </p:sp>
      <p:grpSp>
        <p:nvGrpSpPr>
          <p:cNvPr id="8" name="Grup 7"/>
          <p:cNvGrpSpPr/>
          <p:nvPr/>
        </p:nvGrpSpPr>
        <p:grpSpPr>
          <a:xfrm>
            <a:off x="623392" y="980728"/>
            <a:ext cx="7416824" cy="429218"/>
            <a:chOff x="-69890" y="37418"/>
            <a:chExt cx="7198682" cy="429218"/>
          </a:xfrm>
        </p:grpSpPr>
        <p:sp>
          <p:nvSpPr>
            <p:cNvPr id="9" name="Yuvarlatılmış Dikdörtgen 8"/>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0" name="Yuvarlatılmış Dikdörtgen 4"/>
            <p:cNvSpPr txBox="1"/>
            <p:nvPr/>
          </p:nvSpPr>
          <p:spPr>
            <a:xfrm>
              <a:off x="-69890" y="79324"/>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Operasyonel</a:t>
              </a:r>
              <a:r>
                <a:rPr kumimoji="0" lang="tr-TR" sz="2400" b="1" i="0" u="none" strike="noStrike" kern="1200" cap="none" spc="0" normalizeH="0" noProof="0" dirty="0">
                  <a:ln>
                    <a:noFill/>
                  </a:ln>
                  <a:solidFill>
                    <a:prstClr val="white"/>
                  </a:solidFill>
                  <a:effectLst/>
                  <a:uLnTx/>
                  <a:uFillTx/>
                  <a:latin typeface="Calibri"/>
                  <a:ea typeface="+mn-ea"/>
                  <a:cs typeface="+mn-cs"/>
                </a:rPr>
                <a:t> Mükemmellik Müdürlüğü Sorumlulukları</a:t>
              </a:r>
              <a:endParaRPr kumimoji="0" lang="tr-TR" sz="2400" b="1" i="0" u="none" strike="noStrike" kern="1200" cap="none" spc="0" normalizeH="0" baseline="0" noProof="0" dirty="0">
                <a:ln>
                  <a:noFill/>
                </a:ln>
                <a:solidFill>
                  <a:prstClr val="white"/>
                </a:solidFill>
                <a:effectLst/>
                <a:uLnTx/>
                <a:uFillTx/>
                <a:latin typeface="Calibri"/>
                <a:ea typeface="+mn-ea"/>
                <a:cs typeface="+mn-cs"/>
              </a:endParaRPr>
            </a:p>
          </p:txBody>
        </p:sp>
      </p:grpSp>
      <p:grpSp>
        <p:nvGrpSpPr>
          <p:cNvPr id="11" name="Grup 10"/>
          <p:cNvGrpSpPr/>
          <p:nvPr/>
        </p:nvGrpSpPr>
        <p:grpSpPr>
          <a:xfrm>
            <a:off x="661763" y="5316831"/>
            <a:ext cx="4608512" cy="429218"/>
            <a:chOff x="0" y="37418"/>
            <a:chExt cx="7128792" cy="429218"/>
          </a:xfrm>
          <a:effectLst/>
        </p:grpSpPr>
        <p:sp>
          <p:nvSpPr>
            <p:cNvPr id="12" name="Yuvarlatılmış Dikdörtgen 11"/>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3" name="Yuvarlatılmış Dikdörtgen 4"/>
            <p:cNvSpPr txBox="1"/>
            <p:nvPr/>
          </p:nvSpPr>
          <p:spPr>
            <a:xfrm>
              <a:off x="0" y="79324"/>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lang="tr-TR" sz="2400" b="1" dirty="0">
                  <a:solidFill>
                    <a:prstClr val="white"/>
                  </a:solidFill>
                  <a:latin typeface="Calibri"/>
                </a:rPr>
                <a:t>Katılım Sistemleri Yürütme Kurulu</a:t>
              </a:r>
              <a:endParaRPr kumimoji="0" lang="tr-TR" sz="24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4" name="Metin kutusu 13"/>
          <p:cNvSpPr txBox="1"/>
          <p:nvPr/>
        </p:nvSpPr>
        <p:spPr>
          <a:xfrm>
            <a:off x="551384" y="5509681"/>
            <a:ext cx="10945216" cy="1015663"/>
          </a:xfrm>
          <a:prstGeom prst="rect">
            <a:avLst/>
          </a:prstGeom>
          <a:noFill/>
        </p:spPr>
        <p:txBody>
          <a:bodyPr wrap="square" rtlCol="0">
            <a:spAutoFit/>
          </a:bodyPr>
          <a:lstStyle/>
          <a:p>
            <a:r>
              <a:rPr lang="tr-TR" sz="2000" b="1" dirty="0"/>
              <a:t> </a:t>
            </a:r>
          </a:p>
          <a:p>
            <a:r>
              <a:rPr lang="tr-TR" sz="1900" dirty="0"/>
              <a:t>Genel Müdür Başkanlığındaki, Katılım Sistemleri Yürütme Kurulu, 5S uygulamasının etkinliğini izleme ve görüş bildirme faaliyetlerini yürütür.</a:t>
            </a:r>
          </a:p>
        </p:txBody>
      </p:sp>
      <p:sp>
        <p:nvSpPr>
          <p:cNvPr id="15" name="Metin kutusu 14"/>
          <p:cNvSpPr txBox="1"/>
          <p:nvPr/>
        </p:nvSpPr>
        <p:spPr>
          <a:xfrm>
            <a:off x="551384" y="1166626"/>
            <a:ext cx="11380736" cy="1631216"/>
          </a:xfrm>
          <a:prstGeom prst="rect">
            <a:avLst/>
          </a:prstGeom>
          <a:noFill/>
        </p:spPr>
        <p:txBody>
          <a:bodyPr wrap="square" rtlCol="0">
            <a:spAutoFit/>
          </a:bodyPr>
          <a:lstStyle/>
          <a:p>
            <a:r>
              <a:rPr lang="tr-TR" sz="2000" b="1" dirty="0"/>
              <a:t> </a:t>
            </a:r>
          </a:p>
          <a:p>
            <a:r>
              <a:rPr lang="tr-TR" sz="1900" dirty="0"/>
              <a:t>5S çalışmalarına rehberlik ederek ünitelere 5S uygulamaları konusunda destek olur. Ünite temsilcileri ve tetkikçilerin eğitilmesi, çalışanlarla paylaşılmak üzere eğitim dokümanlarının hazırlanması Operasyonel Mükemmellik Müdürlüğü sorumluluğundadır. 5S faaliyetlerine yönelik Katılım Sistemleri Yürütme Kurulu’na raporlama yapar.</a:t>
            </a:r>
          </a:p>
        </p:txBody>
      </p:sp>
    </p:spTree>
    <p:extLst>
      <p:ext uri="{BB962C8B-B14F-4D97-AF65-F5344CB8AC3E}">
        <p14:creationId xmlns:p14="http://schemas.microsoft.com/office/powerpoint/2010/main" val="14121099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511121" y="1916832"/>
            <a:ext cx="6696744" cy="1138773"/>
          </a:xfrm>
          <a:prstGeom prst="rect">
            <a:avLst/>
          </a:prstGeom>
          <a:noFill/>
        </p:spPr>
        <p:txBody>
          <a:bodyPr wrap="square" rtlCol="0">
            <a:spAutoFit/>
          </a:bodyPr>
          <a:lstStyle/>
          <a:p>
            <a:pPr lvl="0" algn="ctr">
              <a:defRPr/>
            </a:pPr>
            <a:r>
              <a:rPr lang="tr-TR" sz="3400" b="1" dirty="0">
                <a:solidFill>
                  <a:prstClr val="black"/>
                </a:solidFill>
                <a:latin typeface="Arial" panose="020B0604020202020204" pitchFamily="34" charset="0"/>
                <a:cs typeface="Arial" panose="020B0604020202020204" pitchFamily="34" charset="0"/>
              </a:rPr>
              <a:t>2. Uygulama Prensipleri / Kurallar</a:t>
            </a:r>
            <a:r>
              <a:rPr kumimoji="0" lang="tr-TR" sz="3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 </a:t>
            </a:r>
          </a:p>
        </p:txBody>
      </p:sp>
      <p:pic>
        <p:nvPicPr>
          <p:cNvPr id="6" name="Resim 5"/>
          <p:cNvPicPr>
            <a:picLocks noChangeAspect="1"/>
          </p:cNvPicPr>
          <p:nvPr/>
        </p:nvPicPr>
        <p:blipFill>
          <a:blip r:embed="rId3"/>
          <a:stretch>
            <a:fillRect/>
          </a:stretch>
        </p:blipFill>
        <p:spPr>
          <a:xfrm>
            <a:off x="6732163" y="3429000"/>
            <a:ext cx="4254659" cy="2278646"/>
          </a:xfrm>
          <a:prstGeom prst="rect">
            <a:avLst/>
          </a:prstGeom>
        </p:spPr>
      </p:pic>
    </p:spTree>
    <p:extLst>
      <p:ext uri="{BB962C8B-B14F-4D97-AF65-F5344CB8AC3E}">
        <p14:creationId xmlns:p14="http://schemas.microsoft.com/office/powerpoint/2010/main" val="44482801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2. Uygulama Prensipleri / Kurallar</a:t>
            </a:r>
          </a:p>
        </p:txBody>
      </p:sp>
      <p:grpSp>
        <p:nvGrpSpPr>
          <p:cNvPr id="4" name="Grup 3"/>
          <p:cNvGrpSpPr/>
          <p:nvPr/>
        </p:nvGrpSpPr>
        <p:grpSpPr>
          <a:xfrm>
            <a:off x="191344" y="980728"/>
            <a:ext cx="3301990" cy="429218"/>
            <a:chOff x="0" y="37418"/>
            <a:chExt cx="7764152" cy="429218"/>
          </a:xfrm>
        </p:grpSpPr>
        <p:sp>
          <p:nvSpPr>
            <p:cNvPr id="5" name="Yuvarlatılmış Dikdörtgen 4"/>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 name="Yuvarlatılmış Dikdörtgen 4"/>
            <p:cNvSpPr txBox="1"/>
            <p:nvPr/>
          </p:nvSpPr>
          <p:spPr>
            <a:xfrm>
              <a:off x="677266" y="44123"/>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5S Adımları</a:t>
              </a:r>
            </a:p>
          </p:txBody>
        </p:sp>
      </p:grpSp>
      <p:grpSp>
        <p:nvGrpSpPr>
          <p:cNvPr id="10" name="Grup 9"/>
          <p:cNvGrpSpPr/>
          <p:nvPr/>
        </p:nvGrpSpPr>
        <p:grpSpPr>
          <a:xfrm>
            <a:off x="263352" y="1484064"/>
            <a:ext cx="3031780" cy="360760"/>
            <a:chOff x="0" y="37418"/>
            <a:chExt cx="7128792" cy="430076"/>
          </a:xfrm>
        </p:grpSpPr>
        <p:sp>
          <p:nvSpPr>
            <p:cNvPr id="11" name="Yuvarlatılmış Dikdörtgen 10"/>
            <p:cNvSpPr/>
            <p:nvPr/>
          </p:nvSpPr>
          <p:spPr>
            <a:xfrm>
              <a:off x="0" y="37418"/>
              <a:ext cx="7128792" cy="429218"/>
            </a:xfrm>
            <a:prstGeom prst="roundRect">
              <a:avLst/>
            </a:prstGeom>
          </p:spPr>
          <p:style>
            <a:lnRef idx="1">
              <a:schemeClr val="accent2"/>
            </a:lnRef>
            <a:fillRef idx="3">
              <a:schemeClr val="accent2"/>
            </a:fillRef>
            <a:effectRef idx="2">
              <a:schemeClr val="accent2"/>
            </a:effectRef>
            <a:fontRef idx="minor">
              <a:schemeClr val="lt1"/>
            </a:fontRef>
          </p:style>
        </p:sp>
        <p:sp>
          <p:nvSpPr>
            <p:cNvPr id="12" name="Yuvarlatılmış Dikdörtgen 4"/>
            <p:cNvSpPr txBox="1"/>
            <p:nvPr/>
          </p:nvSpPr>
          <p:spPr>
            <a:xfrm>
              <a:off x="20953" y="80182"/>
              <a:ext cx="7086886" cy="387312"/>
            </a:xfrm>
            <a:prstGeom prst="rect">
              <a:avLst/>
            </a:prstGeom>
          </p:spPr>
          <p:style>
            <a:lnRef idx="1">
              <a:schemeClr val="accent2"/>
            </a:lnRef>
            <a:fillRef idx="3">
              <a:schemeClr val="accent2"/>
            </a:fillRef>
            <a:effectRef idx="2">
              <a:schemeClr val="accent2"/>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000" b="1" i="0" u="none" strike="noStrike" kern="1200" cap="none" spc="0" normalizeH="0" baseline="0" noProof="0" dirty="0">
                  <a:ln>
                    <a:noFill/>
                  </a:ln>
                  <a:solidFill>
                    <a:prstClr val="white"/>
                  </a:solidFill>
                  <a:effectLst/>
                  <a:uLnTx/>
                  <a:uFillTx/>
                  <a:latin typeface="Calibri"/>
                  <a:ea typeface="+mn-ea"/>
                  <a:cs typeface="+mn-cs"/>
                </a:rPr>
                <a:t>1. Adım: Ayıklama</a:t>
              </a:r>
            </a:p>
          </p:txBody>
        </p:sp>
      </p:grpSp>
      <p:sp>
        <p:nvSpPr>
          <p:cNvPr id="8" name="Metin kutusu 7"/>
          <p:cNvSpPr txBox="1"/>
          <p:nvPr/>
        </p:nvSpPr>
        <p:spPr>
          <a:xfrm>
            <a:off x="479376" y="1844824"/>
            <a:ext cx="11305256" cy="1938992"/>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tr-TR" dirty="0"/>
              <a:t>Gereksiz veya ihtiyaç fazlası malzemelerin ortamdan uzaklaştırılması</a:t>
            </a:r>
          </a:p>
          <a:p>
            <a:pPr marL="742950" lvl="1" indent="-285750">
              <a:spcAft>
                <a:spcPts val="1200"/>
              </a:spcAft>
              <a:buFont typeface="Arial" panose="020B0604020202020204" pitchFamily="34" charset="0"/>
              <a:buChar char="•"/>
            </a:pPr>
            <a:r>
              <a:rPr lang="tr-TR" dirty="0"/>
              <a:t>Gereklilik Analizi, ihtiyaç dışı malzemelerin ortamdan uzaklaştırılması</a:t>
            </a:r>
          </a:p>
          <a:p>
            <a:pPr marL="742950" lvl="1" indent="-285750">
              <a:spcAft>
                <a:spcPts val="1200"/>
              </a:spcAft>
              <a:buFont typeface="Arial" panose="020B0604020202020204" pitchFamily="34" charset="0"/>
              <a:buChar char="•"/>
            </a:pPr>
            <a:r>
              <a:rPr lang="tr-TR" dirty="0"/>
              <a:t>Bertaraf edilmeden önce nihai değerlendirme ihtiyacı bulunan malzemelere nihai kararın verileceği Kırmızı Alan ve </a:t>
            </a:r>
            <a:r>
              <a:rPr lang="tr-TR" dirty="0">
                <a:solidFill>
                  <a:srgbClr val="FF0000"/>
                </a:solidFill>
              </a:rPr>
              <a:t>Kırmızı Etiket </a:t>
            </a:r>
            <a:r>
              <a:rPr lang="tr-TR" dirty="0"/>
              <a:t>Uygulaması.  (</a:t>
            </a:r>
            <a:r>
              <a:rPr lang="tr-TR" b="1" u="sng" dirty="0">
                <a:hlinkClick r:id="rId3"/>
              </a:rPr>
              <a:t>ERD.KLV.0080 KIRMIZI ETİKET KILAVUZU</a:t>
            </a:r>
            <a:r>
              <a:rPr lang="tr-TR" dirty="0"/>
              <a:t>)</a:t>
            </a:r>
          </a:p>
          <a:p>
            <a:pPr marL="742950" lvl="1" indent="-285750">
              <a:spcAft>
                <a:spcPts val="1200"/>
              </a:spcAft>
              <a:buFont typeface="Arial" panose="020B0604020202020204" pitchFamily="34" charset="0"/>
              <a:buChar char="•"/>
            </a:pPr>
            <a:r>
              <a:rPr lang="tr-TR" dirty="0"/>
              <a:t>Çelik Portal 5S Geri Kazanım Alanı Uygulaması</a:t>
            </a:r>
          </a:p>
        </p:txBody>
      </p:sp>
      <p:pic>
        <p:nvPicPr>
          <p:cNvPr id="51" name="Resim 50"/>
          <p:cNvPicPr>
            <a:picLocks noChangeAspect="1"/>
          </p:cNvPicPr>
          <p:nvPr/>
        </p:nvPicPr>
        <p:blipFill>
          <a:blip r:embed="rId4"/>
          <a:stretch>
            <a:fillRect/>
          </a:stretch>
        </p:blipFill>
        <p:spPr>
          <a:xfrm>
            <a:off x="259739" y="4253895"/>
            <a:ext cx="5132594" cy="2574602"/>
          </a:xfrm>
          <a:prstGeom prst="rect">
            <a:avLst/>
          </a:prstGeom>
        </p:spPr>
      </p:pic>
      <p:sp>
        <p:nvSpPr>
          <p:cNvPr id="52" name="Dikdörtgen 51"/>
          <p:cNvSpPr/>
          <p:nvPr/>
        </p:nvSpPr>
        <p:spPr>
          <a:xfrm>
            <a:off x="1779242" y="3979618"/>
            <a:ext cx="1889300" cy="369332"/>
          </a:xfrm>
          <a:prstGeom prst="rect">
            <a:avLst/>
          </a:prstGeom>
        </p:spPr>
        <p:txBody>
          <a:bodyPr wrap="none">
            <a:spAutoFit/>
          </a:bodyPr>
          <a:lstStyle/>
          <a:p>
            <a:r>
              <a:rPr lang="tr-TR" b="1" dirty="0">
                <a:solidFill>
                  <a:srgbClr val="FF0000"/>
                </a:solidFill>
              </a:rPr>
              <a:t>Gereklilik Analizi, </a:t>
            </a:r>
          </a:p>
        </p:txBody>
      </p:sp>
      <p:sp>
        <p:nvSpPr>
          <p:cNvPr id="14" name="Dikdörtgen 13"/>
          <p:cNvSpPr/>
          <p:nvPr/>
        </p:nvSpPr>
        <p:spPr>
          <a:xfrm>
            <a:off x="6468394" y="3986389"/>
            <a:ext cx="1434047" cy="369332"/>
          </a:xfrm>
          <a:prstGeom prst="rect">
            <a:avLst/>
          </a:prstGeom>
        </p:spPr>
        <p:txBody>
          <a:bodyPr wrap="none">
            <a:spAutoFit/>
          </a:bodyPr>
          <a:lstStyle/>
          <a:p>
            <a:r>
              <a:rPr lang="tr-TR" b="1" dirty="0">
                <a:solidFill>
                  <a:srgbClr val="FF0000"/>
                </a:solidFill>
              </a:rPr>
              <a:t>Kırmızı Etiket</a:t>
            </a:r>
          </a:p>
        </p:txBody>
      </p:sp>
      <p:pic>
        <p:nvPicPr>
          <p:cNvPr id="2" name="Resim 1"/>
          <p:cNvPicPr>
            <a:picLocks noChangeAspect="1"/>
          </p:cNvPicPr>
          <p:nvPr/>
        </p:nvPicPr>
        <p:blipFill>
          <a:blip r:embed="rId5"/>
          <a:stretch>
            <a:fillRect/>
          </a:stretch>
        </p:blipFill>
        <p:spPr>
          <a:xfrm flipH="1">
            <a:off x="9370423" y="4256723"/>
            <a:ext cx="2583001" cy="2496799"/>
          </a:xfrm>
          <a:prstGeom prst="rect">
            <a:avLst/>
          </a:prstGeom>
        </p:spPr>
      </p:pic>
      <p:sp>
        <p:nvSpPr>
          <p:cNvPr id="15" name="Dikdörtgen 14"/>
          <p:cNvSpPr/>
          <p:nvPr/>
        </p:nvSpPr>
        <p:spPr>
          <a:xfrm>
            <a:off x="9480376" y="3986389"/>
            <a:ext cx="2265877" cy="369332"/>
          </a:xfrm>
          <a:prstGeom prst="rect">
            <a:avLst/>
          </a:prstGeom>
        </p:spPr>
        <p:txBody>
          <a:bodyPr wrap="none">
            <a:spAutoFit/>
          </a:bodyPr>
          <a:lstStyle/>
          <a:p>
            <a:r>
              <a:rPr lang="tr-TR" b="1" dirty="0">
                <a:solidFill>
                  <a:srgbClr val="FF0000"/>
                </a:solidFill>
              </a:rPr>
              <a:t>5S Geri Kazanım Alanı</a:t>
            </a:r>
          </a:p>
        </p:txBody>
      </p:sp>
      <p:pic>
        <p:nvPicPr>
          <p:cNvPr id="16" name="Resim 15"/>
          <p:cNvPicPr>
            <a:picLocks noChangeAspect="1"/>
          </p:cNvPicPr>
          <p:nvPr/>
        </p:nvPicPr>
        <p:blipFill>
          <a:blip r:embed="rId6"/>
          <a:stretch>
            <a:fillRect/>
          </a:stretch>
        </p:blipFill>
        <p:spPr>
          <a:xfrm>
            <a:off x="5381641" y="4365105"/>
            <a:ext cx="1922431" cy="2410156"/>
          </a:xfrm>
          <a:prstGeom prst="rect">
            <a:avLst/>
          </a:prstGeom>
        </p:spPr>
      </p:pic>
      <p:pic>
        <p:nvPicPr>
          <p:cNvPr id="40" name="Resim 39"/>
          <p:cNvPicPr>
            <a:picLocks noChangeAspect="1"/>
          </p:cNvPicPr>
          <p:nvPr/>
        </p:nvPicPr>
        <p:blipFill>
          <a:blip r:embed="rId7"/>
          <a:stretch>
            <a:fillRect/>
          </a:stretch>
        </p:blipFill>
        <p:spPr>
          <a:xfrm>
            <a:off x="7320136" y="4365587"/>
            <a:ext cx="1977083" cy="2393987"/>
          </a:xfrm>
          <a:prstGeom prst="rect">
            <a:avLst/>
          </a:prstGeom>
        </p:spPr>
      </p:pic>
    </p:spTree>
    <p:extLst>
      <p:ext uri="{BB962C8B-B14F-4D97-AF65-F5344CB8AC3E}">
        <p14:creationId xmlns:p14="http://schemas.microsoft.com/office/powerpoint/2010/main" val="97958794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2. Uygulama Prensipleri / Kurallar</a:t>
            </a:r>
          </a:p>
        </p:txBody>
      </p:sp>
      <p:grpSp>
        <p:nvGrpSpPr>
          <p:cNvPr id="10" name="Grup 9"/>
          <p:cNvGrpSpPr/>
          <p:nvPr/>
        </p:nvGrpSpPr>
        <p:grpSpPr>
          <a:xfrm>
            <a:off x="359272" y="1484064"/>
            <a:ext cx="3031780" cy="360760"/>
            <a:chOff x="0" y="37418"/>
            <a:chExt cx="7128792" cy="430076"/>
          </a:xfrm>
        </p:grpSpPr>
        <p:sp>
          <p:nvSpPr>
            <p:cNvPr id="11" name="Yuvarlatılmış Dikdörtgen 10"/>
            <p:cNvSpPr/>
            <p:nvPr/>
          </p:nvSpPr>
          <p:spPr>
            <a:xfrm>
              <a:off x="0" y="37418"/>
              <a:ext cx="7128792" cy="429218"/>
            </a:xfrm>
            <a:prstGeom prst="roundRect">
              <a:avLst/>
            </a:prstGeom>
          </p:spPr>
          <p:style>
            <a:lnRef idx="1">
              <a:schemeClr val="accent2"/>
            </a:lnRef>
            <a:fillRef idx="3">
              <a:schemeClr val="accent2"/>
            </a:fillRef>
            <a:effectRef idx="2">
              <a:schemeClr val="accent2"/>
            </a:effectRef>
            <a:fontRef idx="minor">
              <a:schemeClr val="lt1"/>
            </a:fontRef>
          </p:style>
        </p:sp>
        <p:sp>
          <p:nvSpPr>
            <p:cNvPr id="12" name="Yuvarlatılmış Dikdörtgen 4"/>
            <p:cNvSpPr txBox="1"/>
            <p:nvPr/>
          </p:nvSpPr>
          <p:spPr>
            <a:xfrm>
              <a:off x="20953" y="80182"/>
              <a:ext cx="7086886" cy="387312"/>
            </a:xfrm>
            <a:prstGeom prst="rect">
              <a:avLst/>
            </a:prstGeom>
          </p:spPr>
          <p:style>
            <a:lnRef idx="1">
              <a:schemeClr val="accent2"/>
            </a:lnRef>
            <a:fillRef idx="3">
              <a:schemeClr val="accent2"/>
            </a:fillRef>
            <a:effectRef idx="2">
              <a:schemeClr val="accent2"/>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lang="tr-TR" sz="2000" b="1" dirty="0">
                  <a:solidFill>
                    <a:prstClr val="white"/>
                  </a:solidFill>
                  <a:latin typeface="Calibri"/>
                </a:rPr>
                <a:t>2</a:t>
              </a:r>
              <a:r>
                <a:rPr kumimoji="0" lang="tr-TR" sz="2000" b="1" i="0" u="none" strike="noStrike" kern="1200" cap="none" spc="0" normalizeH="0" baseline="0" noProof="0" dirty="0">
                  <a:ln>
                    <a:noFill/>
                  </a:ln>
                  <a:solidFill>
                    <a:prstClr val="white"/>
                  </a:solidFill>
                  <a:effectLst/>
                  <a:uLnTx/>
                  <a:uFillTx/>
                  <a:latin typeface="Calibri"/>
                  <a:ea typeface="+mn-ea"/>
                  <a:cs typeface="+mn-cs"/>
                </a:rPr>
                <a:t>. Adım: Düzen</a:t>
              </a:r>
            </a:p>
          </p:txBody>
        </p:sp>
      </p:grpSp>
      <p:grpSp>
        <p:nvGrpSpPr>
          <p:cNvPr id="15" name="Grup 14">
            <a:extLst>
              <a:ext uri="{FF2B5EF4-FFF2-40B4-BE49-F238E27FC236}">
                <a16:creationId xmlns:a16="http://schemas.microsoft.com/office/drawing/2014/main" id="{54F89F20-483C-4D9E-AC70-BDC8B48C4BC4}"/>
              </a:ext>
            </a:extLst>
          </p:cNvPr>
          <p:cNvGrpSpPr/>
          <p:nvPr/>
        </p:nvGrpSpPr>
        <p:grpSpPr>
          <a:xfrm>
            <a:off x="344271" y="983558"/>
            <a:ext cx="3031780" cy="429218"/>
            <a:chOff x="0" y="37418"/>
            <a:chExt cx="7128792" cy="429218"/>
          </a:xfrm>
        </p:grpSpPr>
        <p:sp>
          <p:nvSpPr>
            <p:cNvPr id="16" name="Yuvarlatılmış Dikdörtgen 4">
              <a:extLst>
                <a:ext uri="{FF2B5EF4-FFF2-40B4-BE49-F238E27FC236}">
                  <a16:creationId xmlns:a16="http://schemas.microsoft.com/office/drawing/2014/main" id="{DB10A09E-2039-4188-8E71-713EC9098286}"/>
                </a:ext>
              </a:extLst>
            </p:cNvPr>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8" name="Yuvarlatılmış Dikdörtgen 4">
              <a:extLst>
                <a:ext uri="{FF2B5EF4-FFF2-40B4-BE49-F238E27FC236}">
                  <a16:creationId xmlns:a16="http://schemas.microsoft.com/office/drawing/2014/main" id="{C046DA0D-5E97-4ECB-9EEE-F9E6D9888498}"/>
                </a:ext>
              </a:extLst>
            </p:cNvPr>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5S Adımları</a:t>
              </a:r>
            </a:p>
          </p:txBody>
        </p:sp>
      </p:grpSp>
      <p:pic>
        <p:nvPicPr>
          <p:cNvPr id="19" name="Resim 18"/>
          <p:cNvPicPr>
            <a:picLocks noChangeAspect="1"/>
          </p:cNvPicPr>
          <p:nvPr/>
        </p:nvPicPr>
        <p:blipFill>
          <a:blip r:embed="rId3"/>
          <a:stretch>
            <a:fillRect/>
          </a:stretch>
        </p:blipFill>
        <p:spPr>
          <a:xfrm>
            <a:off x="7791580" y="4904710"/>
            <a:ext cx="3056948" cy="1799001"/>
          </a:xfrm>
          <a:prstGeom prst="rect">
            <a:avLst/>
          </a:prstGeom>
        </p:spPr>
      </p:pic>
      <p:sp>
        <p:nvSpPr>
          <p:cNvPr id="20" name="Metin kutusu 19"/>
          <p:cNvSpPr txBox="1"/>
          <p:nvPr/>
        </p:nvSpPr>
        <p:spPr>
          <a:xfrm>
            <a:off x="3645031" y="1029787"/>
            <a:ext cx="8035515" cy="1785104"/>
          </a:xfrm>
          <a:prstGeom prst="rect">
            <a:avLst/>
          </a:prstGeom>
          <a:noFill/>
        </p:spPr>
        <p:txBody>
          <a:bodyPr wrap="square" rtlCol="0">
            <a:spAutoFit/>
          </a:bodyPr>
          <a:lstStyle/>
          <a:p>
            <a:pPr marL="285750" indent="-285750">
              <a:spcAft>
                <a:spcPts val="1200"/>
              </a:spcAft>
              <a:buFont typeface="Arial" panose="020B0604020202020204" pitchFamily="34" charset="0"/>
              <a:buChar char="•"/>
            </a:pPr>
            <a:r>
              <a:rPr lang="tr-TR" dirty="0"/>
              <a:t>İhtiyaç dışı nesneler ayıklandıktan sonra elde kalan nesnelerin belirli kurallara göre yerleştirilmesi ve işaretlenmesi (etiketlenmesi) gereklidir.</a:t>
            </a:r>
          </a:p>
          <a:p>
            <a:pPr marL="285750" indent="-285750">
              <a:spcAft>
                <a:spcPts val="1200"/>
              </a:spcAft>
              <a:buFont typeface="Arial" panose="020B0604020202020204" pitchFamily="34" charset="0"/>
              <a:buChar char="•"/>
            </a:pPr>
            <a:r>
              <a:rPr lang="tr-TR" dirty="0"/>
              <a:t>Düzenleme işlemleri için nesnelere ait kullanım sıklığı, ortak kullanım (paylaşım) durumu, hacim ve ağırlık ile iş güvenliği unsurları dikkate alınmalıdır.</a:t>
            </a:r>
          </a:p>
          <a:p>
            <a:pPr marL="285750" indent="-285750">
              <a:spcAft>
                <a:spcPts val="1200"/>
              </a:spcAft>
              <a:buFont typeface="Arial" panose="020B0604020202020204" pitchFamily="34" charset="0"/>
              <a:buChar char="•"/>
            </a:pPr>
            <a:endParaRPr lang="tr-TR" dirty="0"/>
          </a:p>
        </p:txBody>
      </p:sp>
      <p:sp>
        <p:nvSpPr>
          <p:cNvPr id="30" name="Dikdörtgen 31756"/>
          <p:cNvSpPr/>
          <p:nvPr/>
        </p:nvSpPr>
        <p:spPr bwMode="auto">
          <a:xfrm>
            <a:off x="2063552" y="1526715"/>
            <a:ext cx="7921625" cy="324000"/>
          </a:xfrm>
          <a:prstGeom prst="rect">
            <a:avLst/>
          </a:prstGeom>
          <a:noFill/>
          <a:ln w="9525" cap="flat" cmpd="sng" algn="ctr">
            <a:noFill/>
            <a:prstDash val="solid"/>
            <a:round/>
            <a:headEnd type="none" w="med" len="med"/>
            <a:tailEnd type="none" w="med" len="med"/>
          </a:ln>
          <a:effectLst>
            <a:outerShdw blurRad="50800" dist="25400" dir="5400000" algn="ctr" rotWithShape="0">
              <a:srgbClr val="000000">
                <a:alpha val="43137"/>
              </a:srgbClr>
            </a:outerShdw>
          </a:effectLst>
        </p:spPr>
      </p:sp>
      <p:grpSp>
        <p:nvGrpSpPr>
          <p:cNvPr id="56" name="Grup 55"/>
          <p:cNvGrpSpPr/>
          <p:nvPr/>
        </p:nvGrpSpPr>
        <p:grpSpPr>
          <a:xfrm>
            <a:off x="1500530" y="4904710"/>
            <a:ext cx="3168352" cy="1660491"/>
            <a:chOff x="414001" y="2246840"/>
            <a:chExt cx="5275721" cy="3162301"/>
          </a:xfrm>
        </p:grpSpPr>
        <p:sp>
          <p:nvSpPr>
            <p:cNvPr id="57" name="10 Metin kutusu"/>
            <p:cNvSpPr txBox="1">
              <a:spLocks noChangeArrowheads="1"/>
            </p:cNvSpPr>
            <p:nvPr/>
          </p:nvSpPr>
          <p:spPr bwMode="auto">
            <a:xfrm>
              <a:off x="831973" y="2246840"/>
              <a:ext cx="357187" cy="405533"/>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900" dirty="0"/>
                <a:t>A</a:t>
              </a:r>
            </a:p>
          </p:txBody>
        </p:sp>
        <p:sp>
          <p:nvSpPr>
            <p:cNvPr id="58" name="13 Metin kutusu"/>
            <p:cNvSpPr txBox="1">
              <a:spLocks noChangeArrowheads="1"/>
            </p:cNvSpPr>
            <p:nvPr/>
          </p:nvSpPr>
          <p:spPr bwMode="auto">
            <a:xfrm>
              <a:off x="414001" y="3025509"/>
              <a:ext cx="357189" cy="405533"/>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900" dirty="0"/>
                <a:t>1</a:t>
              </a:r>
            </a:p>
          </p:txBody>
        </p:sp>
        <p:sp>
          <p:nvSpPr>
            <p:cNvPr id="59" name="14 Metin kutusu"/>
            <p:cNvSpPr txBox="1">
              <a:spLocks noChangeArrowheads="1"/>
            </p:cNvSpPr>
            <p:nvPr/>
          </p:nvSpPr>
          <p:spPr bwMode="auto">
            <a:xfrm>
              <a:off x="414001" y="4097071"/>
              <a:ext cx="357189" cy="405533"/>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900" dirty="0"/>
                <a:t>2</a:t>
              </a:r>
            </a:p>
          </p:txBody>
        </p:sp>
        <p:sp>
          <p:nvSpPr>
            <p:cNvPr id="60" name="27 Metin kutusu"/>
            <p:cNvSpPr txBox="1">
              <a:spLocks noChangeArrowheads="1"/>
            </p:cNvSpPr>
            <p:nvPr/>
          </p:nvSpPr>
          <p:spPr bwMode="auto">
            <a:xfrm>
              <a:off x="2153565" y="2744952"/>
              <a:ext cx="571500" cy="378499"/>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800" dirty="0"/>
                <a:t>A.1</a:t>
              </a:r>
            </a:p>
          </p:txBody>
        </p:sp>
        <p:sp>
          <p:nvSpPr>
            <p:cNvPr id="61" name="28 Metin kutusu"/>
            <p:cNvSpPr txBox="1">
              <a:spLocks noChangeArrowheads="1"/>
            </p:cNvSpPr>
            <p:nvPr/>
          </p:nvSpPr>
          <p:spPr bwMode="auto">
            <a:xfrm>
              <a:off x="2202626" y="3825557"/>
              <a:ext cx="571500" cy="378499"/>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800" dirty="0"/>
                <a:t>A.2</a:t>
              </a:r>
            </a:p>
          </p:txBody>
        </p:sp>
        <p:sp>
          <p:nvSpPr>
            <p:cNvPr id="62" name="29 Metin kutusu"/>
            <p:cNvSpPr txBox="1">
              <a:spLocks noChangeArrowheads="1"/>
            </p:cNvSpPr>
            <p:nvPr/>
          </p:nvSpPr>
          <p:spPr bwMode="auto">
            <a:xfrm>
              <a:off x="2202626" y="4918392"/>
              <a:ext cx="571500" cy="378499"/>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800" dirty="0"/>
                <a:t>A.3</a:t>
              </a:r>
            </a:p>
          </p:txBody>
        </p:sp>
        <p:sp>
          <p:nvSpPr>
            <p:cNvPr id="63" name="12 Metin kutusu"/>
            <p:cNvSpPr txBox="1">
              <a:spLocks noChangeArrowheads="1"/>
            </p:cNvSpPr>
            <p:nvPr/>
          </p:nvSpPr>
          <p:spPr bwMode="auto">
            <a:xfrm>
              <a:off x="5118222" y="2257010"/>
              <a:ext cx="357187" cy="405533"/>
            </a:xfrm>
            <a:prstGeom prst="rect">
              <a:avLst/>
            </a:prstGeom>
            <a:solidFill>
              <a:schemeClr val="accent6">
                <a:lumMod val="40000"/>
                <a:lumOff val="60000"/>
              </a:schemeClr>
            </a:solidFill>
            <a:ln w="34925">
              <a:solidFill>
                <a:srgbClr val="FFFFFF"/>
              </a:solidFill>
              <a:miter lim="800000"/>
              <a:headEnd/>
              <a:tailEnd/>
            </a:ln>
            <a:effectLst>
              <a:outerShdw blurRad="317500" dir="2700000" algn="ctr">
                <a:srgbClr val="000000">
                  <a:alpha val="43000"/>
                </a:srgbClr>
              </a:outerShdw>
            </a:effectLst>
            <a:scene3d>
              <a:camera prst="perspectiveFront"/>
              <a:lightRig rig="threePt" dir="t">
                <a:rot lat="0" lon="0" rev="0"/>
              </a:lightRig>
            </a:scene3d>
            <a:sp3d extrusionH="38100" prstMaterial="clear">
              <a:bevelT w="260350" h="50800" prst="softRound"/>
              <a:bevelB prst="softRound"/>
            </a:sp3d>
          </p:spPr>
          <p:txBody>
            <a:bodyPr>
              <a:spAutoFit/>
            </a:bodyPr>
            <a:lstStyle>
              <a:defPPr>
                <a:defRPr lang="tr-TR"/>
              </a:defPPr>
              <a:lvl1pPr algn="ct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defRPr/>
              </a:pPr>
              <a:r>
                <a:rPr lang="tr-TR" altLang="tr-TR" sz="900" dirty="0"/>
                <a:t>B</a:t>
              </a:r>
            </a:p>
          </p:txBody>
        </p:sp>
        <p:sp>
          <p:nvSpPr>
            <p:cNvPr id="64" name="5 Dikdörtgen"/>
            <p:cNvSpPr>
              <a:spLocks noChangeArrowheads="1"/>
            </p:cNvSpPr>
            <p:nvPr/>
          </p:nvSpPr>
          <p:spPr bwMode="auto">
            <a:xfrm>
              <a:off x="831972" y="2675465"/>
              <a:ext cx="3214687" cy="1071563"/>
            </a:xfrm>
            <a:prstGeom prst="rect">
              <a:avLst/>
            </a:prstGeom>
            <a:noFill/>
            <a:ln w="165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a:endParaRPr lang="en-US" altLang="tr-TR" sz="1050"/>
            </a:p>
          </p:txBody>
        </p:sp>
        <p:sp>
          <p:nvSpPr>
            <p:cNvPr id="65" name="6 Dikdörtgen"/>
            <p:cNvSpPr>
              <a:spLocks noChangeArrowheads="1"/>
            </p:cNvSpPr>
            <p:nvPr/>
          </p:nvSpPr>
          <p:spPr bwMode="auto">
            <a:xfrm>
              <a:off x="831972" y="3747028"/>
              <a:ext cx="3214687" cy="1071563"/>
            </a:xfrm>
            <a:prstGeom prst="rect">
              <a:avLst/>
            </a:prstGeom>
            <a:noFill/>
            <a:ln w="165100" algn="ctr">
              <a:solidFill>
                <a:schemeClr val="tx1"/>
              </a:solidFill>
              <a:round/>
              <a:headEnd/>
              <a:tailEnd/>
            </a:ln>
            <a:extLst>
              <a:ext uri="{909E8E84-426E-40DD-AFC4-6F175D3DCCD1}">
                <a14:hiddenFill xmlns:a14="http://schemas.microsoft.com/office/drawing/2010/main">
                  <a:solidFill>
                    <a:srgbClr val="FFFFFF"/>
                  </a:solidFill>
                </a14:hiddenFill>
              </a:ext>
            </a:extLst>
          </p:spPr>
          <p:txBody>
            <a:bodyPr/>
            <a:lstStyle>
              <a:lvl1pPr>
                <a:defRPr sz="2800">
                  <a:solidFill>
                    <a:schemeClr val="tx1"/>
                  </a:solidFill>
                  <a:latin typeface="Arial" panose="020B0604020202020204" pitchFamily="34" charset="0"/>
                </a:defRPr>
              </a:lvl1pPr>
              <a:lvl2pPr marL="742950" indent="-285750">
                <a:defRPr sz="2800">
                  <a:solidFill>
                    <a:schemeClr val="tx1"/>
                  </a:solidFill>
                  <a:latin typeface="Arial" panose="020B0604020202020204" pitchFamily="34" charset="0"/>
                </a:defRPr>
              </a:lvl2pPr>
              <a:lvl3pPr marL="1143000" indent="-228600">
                <a:defRPr sz="2800">
                  <a:solidFill>
                    <a:schemeClr val="tx1"/>
                  </a:solidFill>
                  <a:latin typeface="Arial" panose="020B0604020202020204" pitchFamily="34" charset="0"/>
                </a:defRPr>
              </a:lvl3pPr>
              <a:lvl4pPr marL="1600200" indent="-228600">
                <a:defRPr sz="2800">
                  <a:solidFill>
                    <a:schemeClr val="tx1"/>
                  </a:solidFill>
                  <a:latin typeface="Arial" panose="020B0604020202020204" pitchFamily="34" charset="0"/>
                </a:defRPr>
              </a:lvl4pPr>
              <a:lvl5pPr marL="2057400" indent="-228600">
                <a:defRPr sz="2800">
                  <a:solidFill>
                    <a:schemeClr val="tx1"/>
                  </a:solidFill>
                  <a:latin typeface="Arial" panose="020B0604020202020204" pitchFamily="34" charset="0"/>
                </a:defRPr>
              </a:lvl5pPr>
              <a:lvl6pPr marL="2514600" indent="-228600" eaLnBrk="0" fontAlgn="base" hangingPunct="0">
                <a:spcBef>
                  <a:spcPct val="0"/>
                </a:spcBef>
                <a:spcAft>
                  <a:spcPct val="0"/>
                </a:spcAft>
                <a:defRPr sz="2800">
                  <a:solidFill>
                    <a:schemeClr val="tx1"/>
                  </a:solidFill>
                  <a:latin typeface="Arial" panose="020B0604020202020204" pitchFamily="34" charset="0"/>
                </a:defRPr>
              </a:lvl6pPr>
              <a:lvl7pPr marL="2971800" indent="-228600" eaLnBrk="0" fontAlgn="base" hangingPunct="0">
                <a:spcBef>
                  <a:spcPct val="0"/>
                </a:spcBef>
                <a:spcAft>
                  <a:spcPct val="0"/>
                </a:spcAft>
                <a:defRPr sz="2800">
                  <a:solidFill>
                    <a:schemeClr val="tx1"/>
                  </a:solidFill>
                  <a:latin typeface="Arial" panose="020B0604020202020204" pitchFamily="34" charset="0"/>
                </a:defRPr>
              </a:lvl7pPr>
              <a:lvl8pPr marL="3429000" indent="-228600" eaLnBrk="0" fontAlgn="base" hangingPunct="0">
                <a:spcBef>
                  <a:spcPct val="0"/>
                </a:spcBef>
                <a:spcAft>
                  <a:spcPct val="0"/>
                </a:spcAft>
                <a:defRPr sz="2800">
                  <a:solidFill>
                    <a:schemeClr val="tx1"/>
                  </a:solidFill>
                  <a:latin typeface="Arial" panose="020B0604020202020204" pitchFamily="34" charset="0"/>
                </a:defRPr>
              </a:lvl8pPr>
              <a:lvl9pPr marL="3886200" indent="-228600" eaLnBrk="0" fontAlgn="base" hangingPunct="0">
                <a:spcBef>
                  <a:spcPct val="0"/>
                </a:spcBef>
                <a:spcAft>
                  <a:spcPct val="0"/>
                </a:spcAft>
                <a:defRPr sz="2800">
                  <a:solidFill>
                    <a:schemeClr val="tx1"/>
                  </a:solidFill>
                  <a:latin typeface="Arial" panose="020B0604020202020204" pitchFamily="34" charset="0"/>
                </a:defRPr>
              </a:lvl9pPr>
            </a:lstStyle>
            <a:p>
              <a:pPr algn="ctr"/>
              <a:endParaRPr lang="en-US" altLang="tr-TR" sz="1050"/>
            </a:p>
          </p:txBody>
        </p:sp>
        <p:cxnSp>
          <p:nvCxnSpPr>
            <p:cNvPr id="66" name="8 Düz Bağlayıcı"/>
            <p:cNvCxnSpPr>
              <a:cxnSpLocks noChangeShapeType="1"/>
            </p:cNvCxnSpPr>
            <p:nvPr/>
          </p:nvCxnSpPr>
          <p:spPr bwMode="auto">
            <a:xfrm rot="5400000">
              <a:off x="511294" y="5086878"/>
              <a:ext cx="642938" cy="1587"/>
            </a:xfrm>
            <a:prstGeom prst="line">
              <a:avLst/>
            </a:prstGeom>
            <a:noFill/>
            <a:ln w="165100" algn="ctr">
              <a:solidFill>
                <a:schemeClr val="tx1"/>
              </a:solidFill>
              <a:round/>
              <a:headEnd/>
              <a:tailEnd/>
            </a:ln>
            <a:extLst>
              <a:ext uri="{909E8E84-426E-40DD-AFC4-6F175D3DCCD1}">
                <a14:hiddenFill xmlns:a14="http://schemas.microsoft.com/office/drawing/2010/main">
                  <a:noFill/>
                </a14:hiddenFill>
              </a:ext>
            </a:extLst>
          </p:spPr>
        </p:cxnSp>
        <p:cxnSp>
          <p:nvCxnSpPr>
            <p:cNvPr id="67" name="9 Düz Bağlayıcı"/>
            <p:cNvCxnSpPr>
              <a:cxnSpLocks noChangeShapeType="1"/>
            </p:cNvCxnSpPr>
            <p:nvPr/>
          </p:nvCxnSpPr>
          <p:spPr bwMode="auto">
            <a:xfrm rot="5400000">
              <a:off x="3724395" y="5085687"/>
              <a:ext cx="642938" cy="1587"/>
            </a:xfrm>
            <a:prstGeom prst="line">
              <a:avLst/>
            </a:prstGeom>
            <a:noFill/>
            <a:ln w="165100" algn="ctr">
              <a:solidFill>
                <a:schemeClr val="tx1"/>
              </a:solidFill>
              <a:round/>
              <a:headEnd/>
              <a:tailEnd/>
            </a:ln>
            <a:extLst>
              <a:ext uri="{909E8E84-426E-40DD-AFC4-6F175D3DCCD1}">
                <a14:hiddenFill xmlns:a14="http://schemas.microsoft.com/office/drawing/2010/main">
                  <a:noFill/>
                </a14:hiddenFill>
              </a:ext>
            </a:extLst>
          </p:spPr>
        </p:cxnSp>
        <p:cxnSp>
          <p:nvCxnSpPr>
            <p:cNvPr id="68" name="9 Düz Bağlayıcı"/>
            <p:cNvCxnSpPr>
              <a:cxnSpLocks noChangeShapeType="1"/>
            </p:cNvCxnSpPr>
            <p:nvPr/>
          </p:nvCxnSpPr>
          <p:spPr bwMode="auto">
            <a:xfrm>
              <a:off x="4046659" y="2674273"/>
              <a:ext cx="1571625" cy="1191"/>
            </a:xfrm>
            <a:prstGeom prst="line">
              <a:avLst/>
            </a:prstGeom>
            <a:noFill/>
            <a:ln w="165100" algn="ctr">
              <a:solidFill>
                <a:schemeClr val="tx1"/>
              </a:solidFill>
              <a:round/>
              <a:headEnd/>
              <a:tailEnd/>
            </a:ln>
            <a:extLst>
              <a:ext uri="{909E8E84-426E-40DD-AFC4-6F175D3DCCD1}">
                <a14:hiddenFill xmlns:a14="http://schemas.microsoft.com/office/drawing/2010/main">
                  <a:noFill/>
                </a14:hiddenFill>
              </a:ext>
            </a:extLst>
          </p:spPr>
        </p:cxnSp>
        <p:cxnSp>
          <p:nvCxnSpPr>
            <p:cNvPr id="69" name="9 Düz Bağlayıcı"/>
            <p:cNvCxnSpPr>
              <a:cxnSpLocks noChangeShapeType="1"/>
            </p:cNvCxnSpPr>
            <p:nvPr/>
          </p:nvCxnSpPr>
          <p:spPr bwMode="auto">
            <a:xfrm>
              <a:off x="4046659" y="3745837"/>
              <a:ext cx="1643063" cy="1191"/>
            </a:xfrm>
            <a:prstGeom prst="line">
              <a:avLst/>
            </a:prstGeom>
            <a:noFill/>
            <a:ln w="165100" algn="ctr">
              <a:solidFill>
                <a:schemeClr val="tx1"/>
              </a:solidFill>
              <a:round/>
              <a:headEnd/>
              <a:tailEnd/>
            </a:ln>
            <a:extLst>
              <a:ext uri="{909E8E84-426E-40DD-AFC4-6F175D3DCCD1}">
                <a14:hiddenFill xmlns:a14="http://schemas.microsoft.com/office/drawing/2010/main">
                  <a:noFill/>
                </a14:hiddenFill>
              </a:ext>
            </a:extLst>
          </p:spPr>
        </p:cxnSp>
        <p:cxnSp>
          <p:nvCxnSpPr>
            <p:cNvPr id="70" name="9 Düz Bağlayıcı"/>
            <p:cNvCxnSpPr>
              <a:cxnSpLocks noChangeShapeType="1"/>
            </p:cNvCxnSpPr>
            <p:nvPr/>
          </p:nvCxnSpPr>
          <p:spPr bwMode="auto">
            <a:xfrm>
              <a:off x="4046659" y="4817398"/>
              <a:ext cx="1643063" cy="1191"/>
            </a:xfrm>
            <a:prstGeom prst="line">
              <a:avLst/>
            </a:prstGeom>
            <a:noFill/>
            <a:ln w="165100" algn="ctr">
              <a:solidFill>
                <a:schemeClr val="tx1"/>
              </a:solidFill>
              <a:round/>
              <a:headEnd/>
              <a:tailEnd/>
            </a:ln>
            <a:extLst>
              <a:ext uri="{909E8E84-426E-40DD-AFC4-6F175D3DCCD1}">
                <a14:hiddenFill xmlns:a14="http://schemas.microsoft.com/office/drawing/2010/main">
                  <a:noFill/>
                </a14:hiddenFill>
              </a:ext>
            </a:extLst>
          </p:spPr>
        </p:cxnSp>
      </p:grpSp>
      <p:graphicFrame>
        <p:nvGraphicFramePr>
          <p:cNvPr id="71" name="Diyagram 70"/>
          <p:cNvGraphicFramePr/>
          <p:nvPr>
            <p:extLst>
              <p:ext uri="{D42A27DB-BD31-4B8C-83A1-F6EECF244321}">
                <p14:modId xmlns:p14="http://schemas.microsoft.com/office/powerpoint/2010/main" val="2630990950"/>
              </p:ext>
            </p:extLst>
          </p:nvPr>
        </p:nvGraphicFramePr>
        <p:xfrm>
          <a:off x="119336" y="5280691"/>
          <a:ext cx="1188000" cy="28800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 name="Diyagram 2">
            <a:extLst>
              <a:ext uri="{FF2B5EF4-FFF2-40B4-BE49-F238E27FC236}">
                <a16:creationId xmlns:a16="http://schemas.microsoft.com/office/drawing/2014/main" id="{F25F6A26-694D-4D86-A7BB-ED032029025C}"/>
              </a:ext>
            </a:extLst>
          </p:cNvPr>
          <p:cNvGraphicFramePr/>
          <p:nvPr>
            <p:extLst>
              <p:ext uri="{D42A27DB-BD31-4B8C-83A1-F6EECF244321}">
                <p14:modId xmlns:p14="http://schemas.microsoft.com/office/powerpoint/2010/main" val="3014961853"/>
              </p:ext>
            </p:extLst>
          </p:nvPr>
        </p:nvGraphicFramePr>
        <p:xfrm>
          <a:off x="321345" y="2541980"/>
          <a:ext cx="10959126" cy="2195985"/>
        </p:xfrm>
        <a:graphic>
          <a:graphicData uri="http://schemas.openxmlformats.org/drawingml/2006/diagram">
            <dgm:relIds xmlns:dgm="http://schemas.openxmlformats.org/drawingml/2006/diagram" xmlns:r="http://schemas.openxmlformats.org/officeDocument/2006/relationships" r:dm="rId9" r:lo="rId10" r:qs="rId11" r:cs="rId12"/>
          </a:graphicData>
        </a:graphic>
      </p:graphicFrame>
    </p:spTree>
    <p:extLst>
      <p:ext uri="{BB962C8B-B14F-4D97-AF65-F5344CB8AC3E}">
        <p14:creationId xmlns:p14="http://schemas.microsoft.com/office/powerpoint/2010/main" val="311081610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2. Uygulama Prensipleri / Kurallar</a:t>
            </a:r>
          </a:p>
        </p:txBody>
      </p:sp>
      <p:grpSp>
        <p:nvGrpSpPr>
          <p:cNvPr id="10" name="Grup 9"/>
          <p:cNvGrpSpPr/>
          <p:nvPr/>
        </p:nvGrpSpPr>
        <p:grpSpPr>
          <a:xfrm>
            <a:off x="359272" y="1484064"/>
            <a:ext cx="3031780" cy="360760"/>
            <a:chOff x="0" y="37418"/>
            <a:chExt cx="7128792" cy="430076"/>
          </a:xfrm>
        </p:grpSpPr>
        <p:sp>
          <p:nvSpPr>
            <p:cNvPr id="11" name="Yuvarlatılmış Dikdörtgen 10"/>
            <p:cNvSpPr/>
            <p:nvPr/>
          </p:nvSpPr>
          <p:spPr>
            <a:xfrm>
              <a:off x="0" y="37418"/>
              <a:ext cx="7128792" cy="429218"/>
            </a:xfrm>
            <a:prstGeom prst="roundRect">
              <a:avLst/>
            </a:prstGeom>
          </p:spPr>
          <p:style>
            <a:lnRef idx="1">
              <a:schemeClr val="accent2"/>
            </a:lnRef>
            <a:fillRef idx="3">
              <a:schemeClr val="accent2"/>
            </a:fillRef>
            <a:effectRef idx="2">
              <a:schemeClr val="accent2"/>
            </a:effectRef>
            <a:fontRef idx="minor">
              <a:schemeClr val="lt1"/>
            </a:fontRef>
          </p:style>
        </p:sp>
        <p:sp>
          <p:nvSpPr>
            <p:cNvPr id="12" name="Yuvarlatılmış Dikdörtgen 4"/>
            <p:cNvSpPr txBox="1"/>
            <p:nvPr/>
          </p:nvSpPr>
          <p:spPr>
            <a:xfrm>
              <a:off x="20953" y="80182"/>
              <a:ext cx="7086886" cy="387312"/>
            </a:xfrm>
            <a:prstGeom prst="rect">
              <a:avLst/>
            </a:prstGeom>
          </p:spPr>
          <p:style>
            <a:lnRef idx="1">
              <a:schemeClr val="accent2"/>
            </a:lnRef>
            <a:fillRef idx="3">
              <a:schemeClr val="accent2"/>
            </a:fillRef>
            <a:effectRef idx="2">
              <a:schemeClr val="accent2"/>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lang="tr-TR" sz="2000" b="1" dirty="0">
                  <a:solidFill>
                    <a:prstClr val="white"/>
                  </a:solidFill>
                  <a:latin typeface="Calibri"/>
                </a:rPr>
                <a:t>2</a:t>
              </a:r>
              <a:r>
                <a:rPr kumimoji="0" lang="tr-TR" sz="2000" b="1" i="0" u="none" strike="noStrike" kern="1200" cap="none" spc="0" normalizeH="0" baseline="0" noProof="0" dirty="0">
                  <a:ln>
                    <a:noFill/>
                  </a:ln>
                  <a:solidFill>
                    <a:prstClr val="white"/>
                  </a:solidFill>
                  <a:effectLst/>
                  <a:uLnTx/>
                  <a:uFillTx/>
                  <a:latin typeface="Calibri"/>
                  <a:ea typeface="+mn-ea"/>
                  <a:cs typeface="+mn-cs"/>
                </a:rPr>
                <a:t>. Adım: Düzen</a:t>
              </a:r>
            </a:p>
          </p:txBody>
        </p:sp>
      </p:grpSp>
      <p:sp>
        <p:nvSpPr>
          <p:cNvPr id="14" name="Metin kutusu 13"/>
          <p:cNvSpPr txBox="1"/>
          <p:nvPr/>
        </p:nvSpPr>
        <p:spPr>
          <a:xfrm>
            <a:off x="551384" y="2179864"/>
            <a:ext cx="11161239" cy="1354217"/>
          </a:xfrm>
          <a:prstGeom prst="rect">
            <a:avLst/>
          </a:prstGeom>
          <a:noFill/>
        </p:spPr>
        <p:txBody>
          <a:bodyPr wrap="square" rtlCol="0">
            <a:spAutoFit/>
          </a:bodyPr>
          <a:lstStyle/>
          <a:p>
            <a:pPr marL="285750" indent="-285750">
              <a:buFont typeface="Arial" panose="020B0604020202020204" pitchFamily="34" charset="0"/>
              <a:buChar char="•"/>
            </a:pPr>
            <a:r>
              <a:rPr lang="tr-TR" dirty="0"/>
              <a:t>Her alanda yürüme yolları, kullanım sahaları ve hareketli/seyyar/sabit ekipman alanları çizgilerle belirlenmiş olmalıdır.</a:t>
            </a:r>
          </a:p>
          <a:p>
            <a:pPr marL="285750" indent="-285750">
              <a:buFont typeface="Arial" panose="020B0604020202020204" pitchFamily="34" charset="0"/>
              <a:buChar char="•"/>
            </a:pPr>
            <a:endParaRPr lang="tr-TR" sz="1000" dirty="0"/>
          </a:p>
          <a:p>
            <a:pPr marL="285750" indent="-285750">
              <a:buFont typeface="Arial" panose="020B0604020202020204" pitchFamily="34" charset="0"/>
              <a:buChar char="•"/>
            </a:pPr>
            <a:r>
              <a:rPr lang="tr-TR" dirty="0"/>
              <a:t>Her türlü renk kodu açıklama şemaları sahanın girişinde ya da görülebilen bir yerinde bulundurulmalıdır</a:t>
            </a:r>
          </a:p>
          <a:p>
            <a:pPr marL="285750" indent="-285750">
              <a:buFont typeface="Arial" panose="020B0604020202020204" pitchFamily="34" charset="0"/>
              <a:buChar char="•"/>
            </a:pPr>
            <a:endParaRPr lang="tr-TR" dirty="0"/>
          </a:p>
        </p:txBody>
      </p:sp>
      <p:pic>
        <p:nvPicPr>
          <p:cNvPr id="8" name="Resim 7"/>
          <p:cNvPicPr>
            <a:picLocks noChangeAspect="1"/>
          </p:cNvPicPr>
          <p:nvPr/>
        </p:nvPicPr>
        <p:blipFill>
          <a:blip r:embed="rId3"/>
          <a:stretch>
            <a:fillRect/>
          </a:stretch>
        </p:blipFill>
        <p:spPr>
          <a:xfrm>
            <a:off x="1126914" y="3298257"/>
            <a:ext cx="2003099" cy="3155079"/>
          </a:xfrm>
          <a:prstGeom prst="rect">
            <a:avLst/>
          </a:prstGeom>
          <a:ln>
            <a:solidFill>
              <a:schemeClr val="tx1"/>
            </a:solidFill>
          </a:ln>
        </p:spPr>
      </p:pic>
      <p:pic>
        <p:nvPicPr>
          <p:cNvPr id="17" name="Resim 16"/>
          <p:cNvPicPr>
            <a:picLocks noChangeAspect="1"/>
          </p:cNvPicPr>
          <p:nvPr/>
        </p:nvPicPr>
        <p:blipFill>
          <a:blip r:embed="rId4"/>
          <a:stretch>
            <a:fillRect/>
          </a:stretch>
        </p:blipFill>
        <p:spPr>
          <a:xfrm>
            <a:off x="8244315" y="3298257"/>
            <a:ext cx="3669609" cy="3427236"/>
          </a:xfrm>
          <a:prstGeom prst="rect">
            <a:avLst/>
          </a:prstGeom>
          <a:solidFill>
            <a:schemeClr val="bg1"/>
          </a:solidFill>
          <a:ln>
            <a:solidFill>
              <a:schemeClr val="tx1"/>
            </a:solidFill>
          </a:ln>
        </p:spPr>
      </p:pic>
      <p:sp>
        <p:nvSpPr>
          <p:cNvPr id="2" name="Dikdörtgen 1">
            <a:extLst>
              <a:ext uri="{FF2B5EF4-FFF2-40B4-BE49-F238E27FC236}">
                <a16:creationId xmlns:a16="http://schemas.microsoft.com/office/drawing/2014/main" id="{C50B36BF-1951-4494-9359-F0E2A15B9C63}"/>
              </a:ext>
            </a:extLst>
          </p:cNvPr>
          <p:cNvSpPr/>
          <p:nvPr/>
        </p:nvSpPr>
        <p:spPr>
          <a:xfrm>
            <a:off x="4943872" y="1497714"/>
            <a:ext cx="3164905" cy="369332"/>
          </a:xfrm>
          <a:prstGeom prst="rect">
            <a:avLst/>
          </a:prstGeom>
        </p:spPr>
        <p:txBody>
          <a:bodyPr wrap="none">
            <a:spAutoFit/>
          </a:bodyPr>
          <a:lstStyle/>
          <a:p>
            <a:r>
              <a:rPr lang="tr-TR" b="1" dirty="0">
                <a:solidFill>
                  <a:srgbClr val="F6263A"/>
                </a:solidFill>
              </a:rPr>
              <a:t>Zemin Çizgileri ve İşaretlemeler</a:t>
            </a:r>
          </a:p>
        </p:txBody>
      </p:sp>
      <p:grpSp>
        <p:nvGrpSpPr>
          <p:cNvPr id="15" name="Grup 14">
            <a:extLst>
              <a:ext uri="{FF2B5EF4-FFF2-40B4-BE49-F238E27FC236}">
                <a16:creationId xmlns:a16="http://schemas.microsoft.com/office/drawing/2014/main" id="{54F89F20-483C-4D9E-AC70-BDC8B48C4BC4}"/>
              </a:ext>
            </a:extLst>
          </p:cNvPr>
          <p:cNvGrpSpPr/>
          <p:nvPr/>
        </p:nvGrpSpPr>
        <p:grpSpPr>
          <a:xfrm>
            <a:off x="344271" y="983558"/>
            <a:ext cx="3031780" cy="429218"/>
            <a:chOff x="0" y="37418"/>
            <a:chExt cx="7128792" cy="429218"/>
          </a:xfrm>
        </p:grpSpPr>
        <p:sp>
          <p:nvSpPr>
            <p:cNvPr id="16" name="Yuvarlatılmış Dikdörtgen 4">
              <a:extLst>
                <a:ext uri="{FF2B5EF4-FFF2-40B4-BE49-F238E27FC236}">
                  <a16:creationId xmlns:a16="http://schemas.microsoft.com/office/drawing/2014/main" id="{DB10A09E-2039-4188-8E71-713EC9098286}"/>
                </a:ext>
              </a:extLst>
            </p:cNvPr>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8" name="Yuvarlatılmış Dikdörtgen 4">
              <a:extLst>
                <a:ext uri="{FF2B5EF4-FFF2-40B4-BE49-F238E27FC236}">
                  <a16:creationId xmlns:a16="http://schemas.microsoft.com/office/drawing/2014/main" id="{C046DA0D-5E97-4ECB-9EEE-F9E6D9888498}"/>
                </a:ext>
              </a:extLst>
            </p:cNvPr>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5S Adımları</a:t>
              </a:r>
            </a:p>
          </p:txBody>
        </p:sp>
      </p:grpSp>
      <p:pic>
        <p:nvPicPr>
          <p:cNvPr id="3" name="Resim 2">
            <a:extLst>
              <a:ext uri="{FF2B5EF4-FFF2-40B4-BE49-F238E27FC236}">
                <a16:creationId xmlns:a16="http://schemas.microsoft.com/office/drawing/2014/main" id="{26D332AC-C520-4007-97D1-00D1AA31B67E}"/>
              </a:ext>
            </a:extLst>
          </p:cNvPr>
          <p:cNvPicPr>
            <a:picLocks noChangeAspect="1"/>
          </p:cNvPicPr>
          <p:nvPr/>
        </p:nvPicPr>
        <p:blipFill>
          <a:blip r:embed="rId5"/>
          <a:stretch>
            <a:fillRect/>
          </a:stretch>
        </p:blipFill>
        <p:spPr>
          <a:xfrm>
            <a:off x="3857099" y="3298257"/>
            <a:ext cx="3751069" cy="2973955"/>
          </a:xfrm>
          <a:prstGeom prst="rect">
            <a:avLst/>
          </a:prstGeom>
          <a:ln>
            <a:solidFill>
              <a:schemeClr val="tx1"/>
            </a:solidFill>
          </a:ln>
        </p:spPr>
      </p:pic>
    </p:spTree>
    <p:extLst>
      <p:ext uri="{BB962C8B-B14F-4D97-AF65-F5344CB8AC3E}">
        <p14:creationId xmlns:p14="http://schemas.microsoft.com/office/powerpoint/2010/main" val="404991613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2. Uygulama Prensipleri / Kurallar</a:t>
            </a:r>
          </a:p>
        </p:txBody>
      </p:sp>
      <p:sp>
        <p:nvSpPr>
          <p:cNvPr id="2" name="Metin kutusu 1"/>
          <p:cNvSpPr txBox="1"/>
          <p:nvPr/>
        </p:nvSpPr>
        <p:spPr>
          <a:xfrm>
            <a:off x="687068" y="4520153"/>
            <a:ext cx="8377749" cy="1231106"/>
          </a:xfrm>
          <a:prstGeom prst="rect">
            <a:avLst/>
          </a:prstGeom>
          <a:noFill/>
        </p:spPr>
        <p:txBody>
          <a:bodyPr wrap="square" rtlCol="0">
            <a:spAutoFit/>
          </a:bodyPr>
          <a:lstStyle/>
          <a:p>
            <a:pPr marL="285750" indent="-285750">
              <a:spcBef>
                <a:spcPts val="600"/>
              </a:spcBef>
              <a:spcAft>
                <a:spcPts val="600"/>
              </a:spcAft>
              <a:buFont typeface="Arial" panose="020B0604020202020204" pitchFamily="34" charset="0"/>
              <a:buChar char="•"/>
            </a:pPr>
            <a:r>
              <a:rPr lang="tr-TR" dirty="0"/>
              <a:t>Alanlarda periyodik temizlik programları oluşturulmalıdır.</a:t>
            </a:r>
          </a:p>
          <a:p>
            <a:pPr marL="285750" indent="-285750">
              <a:spcBef>
                <a:spcPts val="600"/>
              </a:spcBef>
              <a:spcAft>
                <a:spcPts val="600"/>
              </a:spcAft>
              <a:buFont typeface="Arial" panose="020B0604020202020204" pitchFamily="34" charset="0"/>
              <a:buChar char="•"/>
            </a:pPr>
            <a:endParaRPr lang="tr-TR" dirty="0"/>
          </a:p>
          <a:p>
            <a:pPr marL="285750" indent="-285750">
              <a:spcBef>
                <a:spcPts val="600"/>
              </a:spcBef>
              <a:spcAft>
                <a:spcPts val="600"/>
              </a:spcAft>
              <a:buFont typeface="Arial" panose="020B0604020202020204" pitchFamily="34" charset="0"/>
              <a:buChar char="•"/>
            </a:pPr>
            <a:r>
              <a:rPr lang="tr-TR" dirty="0"/>
              <a:t>Göstergelerin çalışır durumda ve rahatlıkla takip edilebiliyor olması sağlanmalıdır.</a:t>
            </a:r>
          </a:p>
        </p:txBody>
      </p:sp>
      <p:grpSp>
        <p:nvGrpSpPr>
          <p:cNvPr id="12" name="Grup 11"/>
          <p:cNvGrpSpPr/>
          <p:nvPr/>
        </p:nvGrpSpPr>
        <p:grpSpPr>
          <a:xfrm>
            <a:off x="335360" y="1502852"/>
            <a:ext cx="3031780" cy="360760"/>
            <a:chOff x="0" y="37418"/>
            <a:chExt cx="7128792" cy="430076"/>
          </a:xfrm>
        </p:grpSpPr>
        <p:sp>
          <p:nvSpPr>
            <p:cNvPr id="13" name="Yuvarlatılmış Dikdörtgen 12"/>
            <p:cNvSpPr/>
            <p:nvPr/>
          </p:nvSpPr>
          <p:spPr>
            <a:xfrm>
              <a:off x="0" y="37418"/>
              <a:ext cx="7128792" cy="429218"/>
            </a:xfrm>
            <a:prstGeom prst="roundRect">
              <a:avLst/>
            </a:prstGeom>
          </p:spPr>
          <p:style>
            <a:lnRef idx="1">
              <a:schemeClr val="accent2"/>
            </a:lnRef>
            <a:fillRef idx="3">
              <a:schemeClr val="accent2"/>
            </a:fillRef>
            <a:effectRef idx="2">
              <a:schemeClr val="accent2"/>
            </a:effectRef>
            <a:fontRef idx="minor">
              <a:schemeClr val="lt1"/>
            </a:fontRef>
          </p:style>
        </p:sp>
        <p:sp>
          <p:nvSpPr>
            <p:cNvPr id="14" name="Yuvarlatılmış Dikdörtgen 4"/>
            <p:cNvSpPr txBox="1"/>
            <p:nvPr/>
          </p:nvSpPr>
          <p:spPr>
            <a:xfrm>
              <a:off x="20953" y="80182"/>
              <a:ext cx="7086886" cy="387312"/>
            </a:xfrm>
            <a:prstGeom prst="rect">
              <a:avLst/>
            </a:prstGeom>
          </p:spPr>
          <p:style>
            <a:lnRef idx="1">
              <a:schemeClr val="accent2"/>
            </a:lnRef>
            <a:fillRef idx="3">
              <a:schemeClr val="accent2"/>
            </a:fillRef>
            <a:effectRef idx="2">
              <a:schemeClr val="accent2"/>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lang="tr-TR" sz="2000" b="1" dirty="0">
                  <a:solidFill>
                    <a:prstClr val="white"/>
                  </a:solidFill>
                  <a:latin typeface="Calibri"/>
                </a:rPr>
                <a:t>3</a:t>
              </a:r>
              <a:r>
                <a:rPr kumimoji="0" lang="tr-TR" sz="2000" b="1" i="0" u="none" strike="noStrike" kern="1200" cap="none" spc="0" normalizeH="0" baseline="0" noProof="0" dirty="0">
                  <a:ln>
                    <a:noFill/>
                  </a:ln>
                  <a:solidFill>
                    <a:prstClr val="white"/>
                  </a:solidFill>
                  <a:effectLst/>
                  <a:uLnTx/>
                  <a:uFillTx/>
                  <a:latin typeface="Calibri"/>
                  <a:ea typeface="+mn-ea"/>
                  <a:cs typeface="+mn-cs"/>
                </a:rPr>
                <a:t>. Adım: </a:t>
              </a:r>
              <a:r>
                <a:rPr lang="tr-TR" sz="2000" b="1" dirty="0">
                  <a:solidFill>
                    <a:prstClr val="white"/>
                  </a:solidFill>
                  <a:latin typeface="Calibri"/>
                </a:rPr>
                <a:t>Temizlik</a:t>
              </a:r>
              <a:endParaRPr kumimoji="0" lang="tr-TR" sz="2000" b="1" i="0" u="none" strike="noStrike" kern="1200" cap="none" spc="0" normalizeH="0" baseline="0" noProof="0" dirty="0">
                <a:ln>
                  <a:noFill/>
                </a:ln>
                <a:solidFill>
                  <a:prstClr val="white"/>
                </a:solidFill>
                <a:effectLst/>
                <a:uLnTx/>
                <a:uFillTx/>
                <a:latin typeface="Calibri"/>
                <a:ea typeface="+mn-ea"/>
                <a:cs typeface="+mn-cs"/>
              </a:endParaRPr>
            </a:p>
          </p:txBody>
        </p:sp>
      </p:grpSp>
      <p:pic>
        <p:nvPicPr>
          <p:cNvPr id="3" name="Resim 2"/>
          <p:cNvPicPr>
            <a:picLocks noChangeAspect="1"/>
          </p:cNvPicPr>
          <p:nvPr/>
        </p:nvPicPr>
        <p:blipFill>
          <a:blip r:embed="rId3"/>
          <a:stretch>
            <a:fillRect/>
          </a:stretch>
        </p:blipFill>
        <p:spPr>
          <a:xfrm>
            <a:off x="8616280" y="1439487"/>
            <a:ext cx="1787382" cy="1341603"/>
          </a:xfrm>
          <a:prstGeom prst="rect">
            <a:avLst/>
          </a:prstGeom>
        </p:spPr>
      </p:pic>
      <p:pic>
        <p:nvPicPr>
          <p:cNvPr id="15" name="Resim 11"/>
          <p:cNvPicPr>
            <a:picLocks noChangeAspect="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9647166" y="3386290"/>
            <a:ext cx="2071974" cy="1394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Resim 12"/>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7393797" y="3402950"/>
            <a:ext cx="2047155" cy="1394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7" name="Metin kutusu 6"/>
          <p:cNvSpPr txBox="1"/>
          <p:nvPr/>
        </p:nvSpPr>
        <p:spPr>
          <a:xfrm>
            <a:off x="7790717" y="3064396"/>
            <a:ext cx="1083482" cy="338554"/>
          </a:xfrm>
          <a:prstGeom prst="rect">
            <a:avLst/>
          </a:prstGeom>
          <a:noFill/>
        </p:spPr>
        <p:txBody>
          <a:bodyPr wrap="square">
            <a:spAutoFit/>
          </a:bodyPr>
          <a:lstStyle/>
          <a:p>
            <a:pPr algn="ctr">
              <a:defRPr/>
            </a:pPr>
            <a:r>
              <a:rPr lang="tr-TR" sz="1600" b="1" dirty="0">
                <a:latin typeface="+mn-lt"/>
              </a:rPr>
              <a:t>ÖNCE</a:t>
            </a:r>
          </a:p>
        </p:txBody>
      </p:sp>
      <p:sp>
        <p:nvSpPr>
          <p:cNvPr id="18" name="Metin kutusu 7"/>
          <p:cNvSpPr txBox="1"/>
          <p:nvPr/>
        </p:nvSpPr>
        <p:spPr>
          <a:xfrm>
            <a:off x="10059594" y="3047736"/>
            <a:ext cx="1162354" cy="338554"/>
          </a:xfrm>
          <a:prstGeom prst="rect">
            <a:avLst/>
          </a:prstGeom>
          <a:noFill/>
        </p:spPr>
        <p:txBody>
          <a:bodyPr wrap="square">
            <a:spAutoFit/>
          </a:bodyPr>
          <a:lstStyle/>
          <a:p>
            <a:pPr algn="ctr">
              <a:defRPr/>
            </a:pPr>
            <a:r>
              <a:rPr lang="tr-TR" sz="1600" b="1" dirty="0">
                <a:latin typeface="+mn-lt"/>
              </a:rPr>
              <a:t>SONRA</a:t>
            </a:r>
          </a:p>
        </p:txBody>
      </p:sp>
      <p:grpSp>
        <p:nvGrpSpPr>
          <p:cNvPr id="19" name="Grup 18">
            <a:extLst>
              <a:ext uri="{FF2B5EF4-FFF2-40B4-BE49-F238E27FC236}">
                <a16:creationId xmlns:a16="http://schemas.microsoft.com/office/drawing/2014/main" id="{24515B60-D325-4141-9E76-8127695B32C1}"/>
              </a:ext>
            </a:extLst>
          </p:cNvPr>
          <p:cNvGrpSpPr/>
          <p:nvPr/>
        </p:nvGrpSpPr>
        <p:grpSpPr>
          <a:xfrm>
            <a:off x="344271" y="1014468"/>
            <a:ext cx="3031780" cy="429218"/>
            <a:chOff x="0" y="37418"/>
            <a:chExt cx="7128792" cy="429218"/>
          </a:xfrm>
        </p:grpSpPr>
        <p:sp>
          <p:nvSpPr>
            <p:cNvPr id="20" name="Yuvarlatılmış Dikdörtgen 4">
              <a:extLst>
                <a:ext uri="{FF2B5EF4-FFF2-40B4-BE49-F238E27FC236}">
                  <a16:creationId xmlns:a16="http://schemas.microsoft.com/office/drawing/2014/main" id="{7A54CFAC-DFFF-446D-B746-7B010E4B8533}"/>
                </a:ext>
              </a:extLst>
            </p:cNvPr>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21" name="Yuvarlatılmış Dikdörtgen 4">
              <a:extLst>
                <a:ext uri="{FF2B5EF4-FFF2-40B4-BE49-F238E27FC236}">
                  <a16:creationId xmlns:a16="http://schemas.microsoft.com/office/drawing/2014/main" id="{BEC67517-88F6-4029-B5DD-71C3478E261B}"/>
                </a:ext>
              </a:extLst>
            </p:cNvPr>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5S Adımları</a:t>
              </a:r>
            </a:p>
          </p:txBody>
        </p:sp>
      </p:grpSp>
      <p:sp>
        <p:nvSpPr>
          <p:cNvPr id="4" name="Dikdörtgen 3"/>
          <p:cNvSpPr/>
          <p:nvPr/>
        </p:nvSpPr>
        <p:spPr>
          <a:xfrm>
            <a:off x="687068" y="2259150"/>
            <a:ext cx="7857204" cy="923330"/>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tr-TR" dirty="0"/>
              <a:t>Alanlarda kirlenmeye neden olacak unsurlar (Sürekli Kirlilik Kaynakları / akışkan kaçakları, toz, çamur vb.)  tespit edilmeli ve önlenmelidir. Kirlilik kaynaklarına yönelik envanter oluşturulması hedeflenmektedir.</a:t>
            </a:r>
          </a:p>
        </p:txBody>
      </p:sp>
      <p:sp>
        <p:nvSpPr>
          <p:cNvPr id="7" name="Dikdörtgen 6"/>
          <p:cNvSpPr/>
          <p:nvPr/>
        </p:nvSpPr>
        <p:spPr>
          <a:xfrm>
            <a:off x="687068" y="3502112"/>
            <a:ext cx="6517004" cy="646331"/>
          </a:xfrm>
          <a:prstGeom prst="rect">
            <a:avLst/>
          </a:prstGeom>
        </p:spPr>
        <p:txBody>
          <a:bodyPr wrap="square">
            <a:spAutoFit/>
          </a:bodyPr>
          <a:lstStyle/>
          <a:p>
            <a:pPr marL="285750" indent="-285750">
              <a:spcBef>
                <a:spcPts val="600"/>
              </a:spcBef>
              <a:spcAft>
                <a:spcPts val="600"/>
              </a:spcAft>
              <a:buFont typeface="Arial" panose="020B0604020202020204" pitchFamily="34" charset="0"/>
              <a:buChar char="•"/>
            </a:pPr>
            <a:r>
              <a:rPr lang="tr-TR" dirty="0"/>
              <a:t>Makine temizliği, kirlilik kaynağı kaçakların kontrolü için çizelge oluşturma ve uygunsuzlukların giderilmesinin takibi yapılmalıdır.</a:t>
            </a:r>
          </a:p>
        </p:txBody>
      </p:sp>
      <p:pic>
        <p:nvPicPr>
          <p:cNvPr id="8" name="Resim 7"/>
          <p:cNvPicPr>
            <a:picLocks noChangeAspect="1"/>
          </p:cNvPicPr>
          <p:nvPr/>
        </p:nvPicPr>
        <p:blipFill>
          <a:blip r:embed="rId6"/>
          <a:stretch>
            <a:fillRect/>
          </a:stretch>
        </p:blipFill>
        <p:spPr>
          <a:xfrm>
            <a:off x="8970765" y="4970126"/>
            <a:ext cx="1883317" cy="1855138"/>
          </a:xfrm>
          <a:prstGeom prst="rect">
            <a:avLst/>
          </a:prstGeom>
        </p:spPr>
      </p:pic>
    </p:spTree>
    <p:extLst>
      <p:ext uri="{BB962C8B-B14F-4D97-AF65-F5344CB8AC3E}">
        <p14:creationId xmlns:p14="http://schemas.microsoft.com/office/powerpoint/2010/main" val="30345690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2. Uygulama Prensipleri / Kurallar</a:t>
            </a:r>
          </a:p>
        </p:txBody>
      </p:sp>
      <p:grpSp>
        <p:nvGrpSpPr>
          <p:cNvPr id="12" name="Grup 11"/>
          <p:cNvGrpSpPr/>
          <p:nvPr/>
        </p:nvGrpSpPr>
        <p:grpSpPr>
          <a:xfrm>
            <a:off x="335360" y="1502852"/>
            <a:ext cx="3031780" cy="360760"/>
            <a:chOff x="0" y="37418"/>
            <a:chExt cx="7128792" cy="430076"/>
          </a:xfrm>
          <a:effectLst/>
        </p:grpSpPr>
        <p:sp>
          <p:nvSpPr>
            <p:cNvPr id="13" name="Yuvarlatılmış Dikdörtgen 12"/>
            <p:cNvSpPr/>
            <p:nvPr/>
          </p:nvSpPr>
          <p:spPr>
            <a:xfrm>
              <a:off x="0" y="37418"/>
              <a:ext cx="7128792" cy="429218"/>
            </a:xfrm>
            <a:prstGeom prst="roundRect">
              <a:avLst/>
            </a:prstGeom>
          </p:spPr>
          <p:style>
            <a:lnRef idx="1">
              <a:schemeClr val="accent2"/>
            </a:lnRef>
            <a:fillRef idx="3">
              <a:schemeClr val="accent2"/>
            </a:fillRef>
            <a:effectRef idx="2">
              <a:schemeClr val="accent2"/>
            </a:effectRef>
            <a:fontRef idx="minor">
              <a:schemeClr val="lt1"/>
            </a:fontRef>
          </p:style>
        </p:sp>
        <p:sp>
          <p:nvSpPr>
            <p:cNvPr id="14" name="Yuvarlatılmış Dikdörtgen 4"/>
            <p:cNvSpPr txBox="1"/>
            <p:nvPr/>
          </p:nvSpPr>
          <p:spPr>
            <a:xfrm>
              <a:off x="20953" y="80182"/>
              <a:ext cx="7086886" cy="387312"/>
            </a:xfrm>
            <a:prstGeom prst="rect">
              <a:avLst/>
            </a:prstGeom>
          </p:spPr>
          <p:style>
            <a:lnRef idx="1">
              <a:schemeClr val="accent2"/>
            </a:lnRef>
            <a:fillRef idx="3">
              <a:schemeClr val="accent2"/>
            </a:fillRef>
            <a:effectRef idx="2">
              <a:schemeClr val="accent2"/>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lang="tr-TR" sz="2000" b="1" noProof="0" dirty="0">
                  <a:solidFill>
                    <a:prstClr val="white"/>
                  </a:solidFill>
                  <a:latin typeface="Calibri"/>
                </a:rPr>
                <a:t>4</a:t>
              </a:r>
              <a:r>
                <a:rPr kumimoji="0" lang="tr-TR" sz="2000" b="1" i="0" u="none" strike="noStrike" kern="1200" cap="none" spc="0" normalizeH="0" baseline="0" noProof="0" dirty="0">
                  <a:ln>
                    <a:noFill/>
                  </a:ln>
                  <a:solidFill>
                    <a:prstClr val="white"/>
                  </a:solidFill>
                  <a:effectLst/>
                  <a:uLnTx/>
                  <a:uFillTx/>
                  <a:latin typeface="Calibri"/>
                  <a:ea typeface="+mn-ea"/>
                  <a:cs typeface="+mn-cs"/>
                </a:rPr>
                <a:t>. Adım: Standartlaştırma</a:t>
              </a:r>
            </a:p>
          </p:txBody>
        </p:sp>
      </p:grpSp>
      <p:grpSp>
        <p:nvGrpSpPr>
          <p:cNvPr id="19" name="Grup 18">
            <a:extLst>
              <a:ext uri="{FF2B5EF4-FFF2-40B4-BE49-F238E27FC236}">
                <a16:creationId xmlns:a16="http://schemas.microsoft.com/office/drawing/2014/main" id="{24515B60-D325-4141-9E76-8127695B32C1}"/>
              </a:ext>
            </a:extLst>
          </p:cNvPr>
          <p:cNvGrpSpPr/>
          <p:nvPr/>
        </p:nvGrpSpPr>
        <p:grpSpPr>
          <a:xfrm>
            <a:off x="344271" y="1014468"/>
            <a:ext cx="3031780" cy="429218"/>
            <a:chOff x="0" y="37418"/>
            <a:chExt cx="7128792" cy="429218"/>
          </a:xfrm>
          <a:effectLst/>
        </p:grpSpPr>
        <p:sp>
          <p:nvSpPr>
            <p:cNvPr id="20" name="Yuvarlatılmış Dikdörtgen 4">
              <a:extLst>
                <a:ext uri="{FF2B5EF4-FFF2-40B4-BE49-F238E27FC236}">
                  <a16:creationId xmlns:a16="http://schemas.microsoft.com/office/drawing/2014/main" id="{7A54CFAC-DFFF-446D-B746-7B010E4B8533}"/>
                </a:ext>
              </a:extLst>
            </p:cNvPr>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21" name="Yuvarlatılmış Dikdörtgen 4">
              <a:extLst>
                <a:ext uri="{FF2B5EF4-FFF2-40B4-BE49-F238E27FC236}">
                  <a16:creationId xmlns:a16="http://schemas.microsoft.com/office/drawing/2014/main" id="{BEC67517-88F6-4029-B5DD-71C3478E261B}"/>
                </a:ext>
              </a:extLst>
            </p:cNvPr>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5S Adımları</a:t>
              </a:r>
            </a:p>
          </p:txBody>
        </p:sp>
      </p:grpSp>
      <p:sp>
        <p:nvSpPr>
          <p:cNvPr id="4" name="Dikdörtgen 3"/>
          <p:cNvSpPr/>
          <p:nvPr/>
        </p:nvSpPr>
        <p:spPr>
          <a:xfrm>
            <a:off x="3674977" y="1340754"/>
            <a:ext cx="8208912" cy="646331"/>
          </a:xfrm>
          <a:prstGeom prst="rect">
            <a:avLst/>
          </a:prstGeom>
        </p:spPr>
        <p:txBody>
          <a:bodyPr wrap="square">
            <a:spAutoFit/>
          </a:bodyPr>
          <a:lstStyle/>
          <a:p>
            <a:pPr>
              <a:spcBef>
                <a:spcPts val="600"/>
              </a:spcBef>
              <a:spcAft>
                <a:spcPts val="600"/>
              </a:spcAft>
            </a:pPr>
            <a:r>
              <a:rPr lang="tr-TR" dirty="0"/>
              <a:t>Ayıklama, Düzen ve Temizlik aşamalarının tamamlanmasının ardından ortaya çıkan sistemli çalışma durumudur. Yapılan çalışmaların devamlılığı kontrol edilmelidir</a:t>
            </a:r>
          </a:p>
        </p:txBody>
      </p:sp>
      <p:pic>
        <p:nvPicPr>
          <p:cNvPr id="5" name="Resim 4"/>
          <p:cNvPicPr>
            <a:picLocks noChangeAspect="1"/>
          </p:cNvPicPr>
          <p:nvPr/>
        </p:nvPicPr>
        <p:blipFill>
          <a:blip r:embed="rId3"/>
          <a:stretch>
            <a:fillRect/>
          </a:stretch>
        </p:blipFill>
        <p:spPr>
          <a:xfrm>
            <a:off x="479376" y="3813942"/>
            <a:ext cx="5447463" cy="3012193"/>
          </a:xfrm>
          <a:prstGeom prst="rect">
            <a:avLst/>
          </a:prstGeom>
          <a:solidFill>
            <a:schemeClr val="bg1"/>
          </a:solidFill>
        </p:spPr>
      </p:pic>
      <p:pic>
        <p:nvPicPr>
          <p:cNvPr id="9" name="Resim 8"/>
          <p:cNvPicPr>
            <a:picLocks noChangeAspect="1"/>
          </p:cNvPicPr>
          <p:nvPr/>
        </p:nvPicPr>
        <p:blipFill>
          <a:blip r:embed="rId4"/>
          <a:stretch>
            <a:fillRect/>
          </a:stretch>
        </p:blipFill>
        <p:spPr>
          <a:xfrm>
            <a:off x="5967240" y="3813942"/>
            <a:ext cx="5916649" cy="3012193"/>
          </a:xfrm>
          <a:prstGeom prst="rect">
            <a:avLst/>
          </a:prstGeom>
          <a:ln>
            <a:solidFill>
              <a:schemeClr val="tx1"/>
            </a:solidFill>
          </a:ln>
        </p:spPr>
      </p:pic>
      <p:sp>
        <p:nvSpPr>
          <p:cNvPr id="10" name="Dikdörtgen 9"/>
          <p:cNvSpPr/>
          <p:nvPr/>
        </p:nvSpPr>
        <p:spPr>
          <a:xfrm>
            <a:off x="4903867" y="2083995"/>
            <a:ext cx="6443962" cy="1214179"/>
          </a:xfrm>
          <a:prstGeom prst="rect">
            <a:avLst/>
          </a:prstGeom>
        </p:spPr>
        <p:txBody>
          <a:bodyPr wrap="square">
            <a:spAutoFit/>
          </a:bodyPr>
          <a:lstStyle/>
          <a:p>
            <a:pPr marL="57150" lvl="1" indent="-57150" defTabSz="444500">
              <a:lnSpc>
                <a:spcPct val="90000"/>
              </a:lnSpc>
              <a:spcAft>
                <a:spcPct val="15000"/>
              </a:spcAft>
              <a:buFontTx/>
              <a:buChar char="••"/>
              <a:defRPr/>
            </a:pPr>
            <a:r>
              <a:rPr lang="tr-TR" dirty="0"/>
              <a:t>Temizlik ve alan denetim kriterleri standart hale gelmiş ve yazılıdır.</a:t>
            </a:r>
          </a:p>
          <a:p>
            <a:pPr marL="57150" lvl="1" indent="-57150" defTabSz="444500">
              <a:lnSpc>
                <a:spcPct val="90000"/>
              </a:lnSpc>
              <a:spcAft>
                <a:spcPct val="15000"/>
              </a:spcAft>
              <a:buFontTx/>
              <a:buChar char="••"/>
              <a:defRPr/>
            </a:pPr>
            <a:r>
              <a:rPr lang="tr-TR" dirty="0"/>
              <a:t>Kriterler herkes tarafından bilinebilmektedir.</a:t>
            </a:r>
          </a:p>
          <a:p>
            <a:pPr marL="57150" lvl="1" indent="-57150" defTabSz="444500">
              <a:lnSpc>
                <a:spcPct val="90000"/>
              </a:lnSpc>
              <a:spcAft>
                <a:spcPct val="15000"/>
              </a:spcAft>
              <a:buFontTx/>
              <a:buChar char="••"/>
              <a:defRPr/>
            </a:pPr>
            <a:r>
              <a:rPr lang="tr-TR" dirty="0"/>
              <a:t>Denetimler sistemli olarak yapılmaktadır.</a:t>
            </a:r>
          </a:p>
          <a:p>
            <a:pPr marL="57150" lvl="1" indent="-57150" defTabSz="444500">
              <a:lnSpc>
                <a:spcPct val="90000"/>
              </a:lnSpc>
              <a:spcAft>
                <a:spcPct val="15000"/>
              </a:spcAft>
              <a:buFontTx/>
              <a:buChar char="••"/>
              <a:defRPr/>
            </a:pPr>
            <a:r>
              <a:rPr lang="tr-TR" dirty="0"/>
              <a:t>Denetim sonuçları takip edilmektedir</a:t>
            </a:r>
          </a:p>
        </p:txBody>
      </p:sp>
      <p:graphicFrame>
        <p:nvGraphicFramePr>
          <p:cNvPr id="25" name="İçerik Yer Tutucusu 1"/>
          <p:cNvGraphicFramePr>
            <a:graphicFrameLocks noGrp="1"/>
          </p:cNvGraphicFramePr>
          <p:nvPr>
            <p:ph idx="4294967295"/>
            <p:extLst>
              <p:ext uri="{D42A27DB-BD31-4B8C-83A1-F6EECF244321}">
                <p14:modId xmlns:p14="http://schemas.microsoft.com/office/powerpoint/2010/main" val="2321084157"/>
              </p:ext>
            </p:extLst>
          </p:nvPr>
        </p:nvGraphicFramePr>
        <p:xfrm>
          <a:off x="270699" y="1944066"/>
          <a:ext cx="4097109" cy="1772966"/>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Tree>
    <p:extLst>
      <p:ext uri="{BB962C8B-B14F-4D97-AF65-F5344CB8AC3E}">
        <p14:creationId xmlns:p14="http://schemas.microsoft.com/office/powerpoint/2010/main" val="9804532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25"/>
                                        </p:tgtEl>
                                        <p:attrNameLst>
                                          <p:attrName>style.visibility</p:attrName>
                                        </p:attrNameLst>
                                      </p:cBhvr>
                                      <p:to>
                                        <p:strVal val="visible"/>
                                      </p:to>
                                    </p:set>
                                    <p:anim calcmode="lin" valueType="num">
                                      <p:cBhvr>
                                        <p:cTn id="7" dur="500" fill="hold"/>
                                        <p:tgtEl>
                                          <p:spTgt spid="25"/>
                                        </p:tgtEl>
                                        <p:attrNameLst>
                                          <p:attrName>ppt_w</p:attrName>
                                        </p:attrNameLst>
                                      </p:cBhvr>
                                      <p:tavLst>
                                        <p:tav tm="0">
                                          <p:val>
                                            <p:fltVal val="0"/>
                                          </p:val>
                                        </p:tav>
                                        <p:tav tm="100000">
                                          <p:val>
                                            <p:strVal val="#ppt_w"/>
                                          </p:val>
                                        </p:tav>
                                      </p:tavLst>
                                    </p:anim>
                                    <p:anim calcmode="lin" valueType="num">
                                      <p:cBhvr>
                                        <p:cTn id="8" dur="500" fill="hold"/>
                                        <p:tgtEl>
                                          <p:spTgt spid="25"/>
                                        </p:tgtEl>
                                        <p:attrNameLst>
                                          <p:attrName>ppt_h</p:attrName>
                                        </p:attrNameLst>
                                      </p:cBhvr>
                                      <p:tavLst>
                                        <p:tav tm="0">
                                          <p:val>
                                            <p:fltVal val="0"/>
                                          </p:val>
                                        </p:tav>
                                        <p:tav tm="100000">
                                          <p:val>
                                            <p:strVal val="#ppt_h"/>
                                          </p:val>
                                        </p:tav>
                                      </p:tavLst>
                                    </p:anim>
                                    <p:animEffect transition="in" filter="fade">
                                      <p:cBhvr>
                                        <p:cTn id="9" dur="500"/>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5" grpId="0">
        <p:bldAsOne/>
      </p:bldGraphic>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2. Uygulama Prensipleri / Kurallar</a:t>
            </a:r>
          </a:p>
        </p:txBody>
      </p:sp>
      <p:grpSp>
        <p:nvGrpSpPr>
          <p:cNvPr id="12" name="Grup 11"/>
          <p:cNvGrpSpPr/>
          <p:nvPr/>
        </p:nvGrpSpPr>
        <p:grpSpPr>
          <a:xfrm>
            <a:off x="335360" y="1502852"/>
            <a:ext cx="3031780" cy="360760"/>
            <a:chOff x="0" y="37418"/>
            <a:chExt cx="7128792" cy="430076"/>
          </a:xfrm>
          <a:effectLst/>
        </p:grpSpPr>
        <p:sp>
          <p:nvSpPr>
            <p:cNvPr id="13" name="Yuvarlatılmış Dikdörtgen 12"/>
            <p:cNvSpPr/>
            <p:nvPr/>
          </p:nvSpPr>
          <p:spPr>
            <a:xfrm>
              <a:off x="0" y="37418"/>
              <a:ext cx="7128792" cy="429218"/>
            </a:xfrm>
            <a:prstGeom prst="roundRect">
              <a:avLst/>
            </a:prstGeom>
          </p:spPr>
          <p:style>
            <a:lnRef idx="1">
              <a:schemeClr val="accent2"/>
            </a:lnRef>
            <a:fillRef idx="3">
              <a:schemeClr val="accent2"/>
            </a:fillRef>
            <a:effectRef idx="2">
              <a:schemeClr val="accent2"/>
            </a:effectRef>
            <a:fontRef idx="minor">
              <a:schemeClr val="lt1"/>
            </a:fontRef>
          </p:style>
        </p:sp>
        <p:sp>
          <p:nvSpPr>
            <p:cNvPr id="14" name="Yuvarlatılmış Dikdörtgen 4"/>
            <p:cNvSpPr txBox="1"/>
            <p:nvPr/>
          </p:nvSpPr>
          <p:spPr>
            <a:xfrm>
              <a:off x="20953" y="80182"/>
              <a:ext cx="7086886" cy="387312"/>
            </a:xfrm>
            <a:prstGeom prst="rect">
              <a:avLst/>
            </a:prstGeom>
          </p:spPr>
          <p:style>
            <a:lnRef idx="1">
              <a:schemeClr val="accent2"/>
            </a:lnRef>
            <a:fillRef idx="3">
              <a:schemeClr val="accent2"/>
            </a:fillRef>
            <a:effectRef idx="2">
              <a:schemeClr val="accent2"/>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000" b="1" i="0" u="none" strike="noStrike" kern="1200" cap="none" spc="0" normalizeH="0" baseline="0" dirty="0">
                  <a:ln>
                    <a:noFill/>
                  </a:ln>
                  <a:solidFill>
                    <a:prstClr val="white"/>
                  </a:solidFill>
                  <a:effectLst/>
                  <a:uLnTx/>
                  <a:uFillTx/>
                  <a:latin typeface="Calibri"/>
                  <a:ea typeface="+mn-ea"/>
                  <a:cs typeface="+mn-cs"/>
                </a:rPr>
                <a:t>5</a:t>
              </a:r>
              <a:r>
                <a:rPr kumimoji="0" lang="tr-TR" sz="2000" b="1" i="0" u="none" strike="noStrike" kern="1200" cap="none" spc="0" normalizeH="0" baseline="0" noProof="0" dirty="0">
                  <a:ln>
                    <a:noFill/>
                  </a:ln>
                  <a:solidFill>
                    <a:prstClr val="white"/>
                  </a:solidFill>
                  <a:effectLst/>
                  <a:uLnTx/>
                  <a:uFillTx/>
                  <a:latin typeface="Calibri"/>
                  <a:ea typeface="+mn-ea"/>
                  <a:cs typeface="+mn-cs"/>
                </a:rPr>
                <a:t>. Adım: Disiplin</a:t>
              </a:r>
            </a:p>
          </p:txBody>
        </p:sp>
      </p:grpSp>
      <p:grpSp>
        <p:nvGrpSpPr>
          <p:cNvPr id="19" name="Grup 18">
            <a:extLst>
              <a:ext uri="{FF2B5EF4-FFF2-40B4-BE49-F238E27FC236}">
                <a16:creationId xmlns:a16="http://schemas.microsoft.com/office/drawing/2014/main" id="{24515B60-D325-4141-9E76-8127695B32C1}"/>
              </a:ext>
            </a:extLst>
          </p:cNvPr>
          <p:cNvGrpSpPr/>
          <p:nvPr/>
        </p:nvGrpSpPr>
        <p:grpSpPr>
          <a:xfrm>
            <a:off x="344271" y="1014468"/>
            <a:ext cx="3031780" cy="429218"/>
            <a:chOff x="0" y="37418"/>
            <a:chExt cx="7128792" cy="429218"/>
          </a:xfrm>
          <a:effectLst/>
        </p:grpSpPr>
        <p:sp>
          <p:nvSpPr>
            <p:cNvPr id="20" name="Yuvarlatılmış Dikdörtgen 4">
              <a:extLst>
                <a:ext uri="{FF2B5EF4-FFF2-40B4-BE49-F238E27FC236}">
                  <a16:creationId xmlns:a16="http://schemas.microsoft.com/office/drawing/2014/main" id="{7A54CFAC-DFFF-446D-B746-7B010E4B8533}"/>
                </a:ext>
              </a:extLst>
            </p:cNvPr>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21" name="Yuvarlatılmış Dikdörtgen 4">
              <a:extLst>
                <a:ext uri="{FF2B5EF4-FFF2-40B4-BE49-F238E27FC236}">
                  <a16:creationId xmlns:a16="http://schemas.microsoft.com/office/drawing/2014/main" id="{BEC67517-88F6-4029-B5DD-71C3478E261B}"/>
                </a:ext>
              </a:extLst>
            </p:cNvPr>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marL="0" marR="0" lvl="0" indent="0" algn="l" defTabSz="1066800" rtl="0" eaLnBrk="1" fontAlgn="auto" latinLnBrk="0" hangingPunct="1">
                <a:lnSpc>
                  <a:spcPct val="90000"/>
                </a:lnSpc>
                <a:spcBef>
                  <a:spcPct val="0"/>
                </a:spcBef>
                <a:spcAft>
                  <a:spcPct val="35000"/>
                </a:spcAft>
                <a:buClrTx/>
                <a:buSzTx/>
                <a:buFontTx/>
                <a:buNone/>
                <a:tabLst/>
                <a:defRPr/>
              </a:pPr>
              <a:r>
                <a:rPr kumimoji="0" lang="tr-TR" sz="2400" b="1" i="0" u="none" strike="noStrike" kern="1200" cap="none" spc="0" normalizeH="0" baseline="0" noProof="0" dirty="0">
                  <a:ln>
                    <a:noFill/>
                  </a:ln>
                  <a:solidFill>
                    <a:prstClr val="white"/>
                  </a:solidFill>
                  <a:effectLst/>
                  <a:uLnTx/>
                  <a:uFillTx/>
                  <a:latin typeface="Calibri"/>
                  <a:ea typeface="+mn-ea"/>
                  <a:cs typeface="+mn-cs"/>
                </a:rPr>
                <a:t>5S Adımları</a:t>
              </a:r>
            </a:p>
          </p:txBody>
        </p:sp>
      </p:grpSp>
      <p:graphicFrame>
        <p:nvGraphicFramePr>
          <p:cNvPr id="3" name="Diyagram 2">
            <a:extLst>
              <a:ext uri="{FF2B5EF4-FFF2-40B4-BE49-F238E27FC236}">
                <a16:creationId xmlns:a16="http://schemas.microsoft.com/office/drawing/2014/main" id="{374E92EB-3456-498A-8AFB-EA4B119AA464}"/>
              </a:ext>
            </a:extLst>
          </p:cNvPr>
          <p:cNvGraphicFramePr/>
          <p:nvPr>
            <p:extLst>
              <p:ext uri="{D42A27DB-BD31-4B8C-83A1-F6EECF244321}">
                <p14:modId xmlns:p14="http://schemas.microsoft.com/office/powerpoint/2010/main" val="871339729"/>
              </p:ext>
            </p:extLst>
          </p:nvPr>
        </p:nvGraphicFramePr>
        <p:xfrm>
          <a:off x="1631504" y="2060848"/>
          <a:ext cx="9001000" cy="407748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76552035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5379013" y="2465942"/>
            <a:ext cx="6696744" cy="1138773"/>
          </a:xfrm>
          <a:prstGeom prst="rect">
            <a:avLst/>
          </a:prstGeom>
          <a:noFill/>
        </p:spPr>
        <p:txBody>
          <a:bodyPr wrap="square" rtlCol="0">
            <a:spAutoFit/>
          </a:bodyPr>
          <a:lstStyle/>
          <a:p>
            <a:pPr lvl="0" algn="ctr">
              <a:defRPr/>
            </a:pPr>
            <a:r>
              <a:rPr lang="tr-TR" sz="3400" b="1" dirty="0">
                <a:solidFill>
                  <a:prstClr val="black"/>
                </a:solidFill>
                <a:latin typeface="Arial" panose="020B0604020202020204" pitchFamily="34" charset="0"/>
                <a:cs typeface="Arial" panose="020B0604020202020204" pitchFamily="34" charset="0"/>
              </a:rPr>
              <a:t>3. 2023 Mavi Bayrak Denetimleri</a:t>
            </a:r>
            <a:endParaRPr kumimoji="0" lang="tr-TR" sz="3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endParaRPr>
          </a:p>
        </p:txBody>
      </p:sp>
      <p:pic>
        <p:nvPicPr>
          <p:cNvPr id="6" name="Resim 5"/>
          <p:cNvPicPr>
            <a:picLocks noChangeAspect="1"/>
          </p:cNvPicPr>
          <p:nvPr/>
        </p:nvPicPr>
        <p:blipFill>
          <a:blip r:embed="rId3"/>
          <a:stretch>
            <a:fillRect/>
          </a:stretch>
        </p:blipFill>
        <p:spPr>
          <a:xfrm>
            <a:off x="6600055" y="3789040"/>
            <a:ext cx="4254659" cy="2278646"/>
          </a:xfrm>
          <a:prstGeom prst="rect">
            <a:avLst/>
          </a:prstGeom>
        </p:spPr>
      </p:pic>
    </p:spTree>
    <p:extLst>
      <p:ext uri="{BB962C8B-B14F-4D97-AF65-F5344CB8AC3E}">
        <p14:creationId xmlns:p14="http://schemas.microsoft.com/office/powerpoint/2010/main" val="34964434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3. 5S Mavi Bayrak Denetimleri Ünite Danışmanları</a:t>
            </a:r>
          </a:p>
        </p:txBody>
      </p:sp>
      <p:graphicFrame>
        <p:nvGraphicFramePr>
          <p:cNvPr id="7" name="Diyagram 6">
            <a:extLst>
              <a:ext uri="{FF2B5EF4-FFF2-40B4-BE49-F238E27FC236}">
                <a16:creationId xmlns:a16="http://schemas.microsoft.com/office/drawing/2014/main" id="{2AE0A2B0-7798-4CAC-9382-27104C8E8321}"/>
              </a:ext>
            </a:extLst>
          </p:cNvPr>
          <p:cNvGraphicFramePr/>
          <p:nvPr>
            <p:extLst>
              <p:ext uri="{D42A27DB-BD31-4B8C-83A1-F6EECF244321}">
                <p14:modId xmlns:p14="http://schemas.microsoft.com/office/powerpoint/2010/main" val="553384307"/>
              </p:ext>
            </p:extLst>
          </p:nvPr>
        </p:nvGraphicFramePr>
        <p:xfrm>
          <a:off x="3069229" y="980725"/>
          <a:ext cx="3024336" cy="513404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14" name="Diyagram 13">
            <a:extLst>
              <a:ext uri="{FF2B5EF4-FFF2-40B4-BE49-F238E27FC236}">
                <a16:creationId xmlns:a16="http://schemas.microsoft.com/office/drawing/2014/main" id="{F7215DC3-E7E2-45DB-9BDE-6DD1CBB6EE39}"/>
              </a:ext>
            </a:extLst>
          </p:cNvPr>
          <p:cNvGraphicFramePr/>
          <p:nvPr>
            <p:extLst>
              <p:ext uri="{D42A27DB-BD31-4B8C-83A1-F6EECF244321}">
                <p14:modId xmlns:p14="http://schemas.microsoft.com/office/powerpoint/2010/main" val="2833612911"/>
              </p:ext>
            </p:extLst>
          </p:nvPr>
        </p:nvGraphicFramePr>
        <p:xfrm>
          <a:off x="6174294" y="980726"/>
          <a:ext cx="2825082" cy="5134041"/>
        </p:xfrm>
        <a:graphic>
          <a:graphicData uri="http://schemas.openxmlformats.org/drawingml/2006/diagram">
            <dgm:relIds xmlns:dgm="http://schemas.openxmlformats.org/drawingml/2006/diagram" xmlns:r="http://schemas.openxmlformats.org/officeDocument/2006/relationships" r:dm="rId8" r:lo="rId9" r:qs="rId10" r:cs="rId11"/>
          </a:graphicData>
        </a:graphic>
      </p:graphicFrame>
      <p:graphicFrame>
        <p:nvGraphicFramePr>
          <p:cNvPr id="15" name="Diyagram 14">
            <a:extLst>
              <a:ext uri="{FF2B5EF4-FFF2-40B4-BE49-F238E27FC236}">
                <a16:creationId xmlns:a16="http://schemas.microsoft.com/office/drawing/2014/main" id="{45C3785A-4F31-4412-BC34-C2ADEE396D38}"/>
              </a:ext>
            </a:extLst>
          </p:cNvPr>
          <p:cNvGraphicFramePr/>
          <p:nvPr>
            <p:extLst>
              <p:ext uri="{D42A27DB-BD31-4B8C-83A1-F6EECF244321}">
                <p14:modId xmlns:p14="http://schemas.microsoft.com/office/powerpoint/2010/main" val="3098031036"/>
              </p:ext>
            </p:extLst>
          </p:nvPr>
        </p:nvGraphicFramePr>
        <p:xfrm>
          <a:off x="9186934" y="980725"/>
          <a:ext cx="2905000" cy="5134041"/>
        </p:xfrm>
        <a:graphic>
          <a:graphicData uri="http://schemas.openxmlformats.org/drawingml/2006/diagram">
            <dgm:relIds xmlns:dgm="http://schemas.openxmlformats.org/drawingml/2006/diagram" xmlns:r="http://schemas.openxmlformats.org/officeDocument/2006/relationships" r:dm="rId13" r:lo="rId14" r:qs="rId15" r:cs="rId16"/>
          </a:graphicData>
        </a:graphic>
      </p:graphicFrame>
      <p:graphicFrame>
        <p:nvGraphicFramePr>
          <p:cNvPr id="8" name="Diyagram 7">
            <a:extLst>
              <a:ext uri="{FF2B5EF4-FFF2-40B4-BE49-F238E27FC236}">
                <a16:creationId xmlns:a16="http://schemas.microsoft.com/office/drawing/2014/main" id="{C3CD290A-DFA2-433D-A26F-D6E62611A86D}"/>
              </a:ext>
            </a:extLst>
          </p:cNvPr>
          <p:cNvGraphicFramePr/>
          <p:nvPr>
            <p:extLst>
              <p:ext uri="{D42A27DB-BD31-4B8C-83A1-F6EECF244321}">
                <p14:modId xmlns:p14="http://schemas.microsoft.com/office/powerpoint/2010/main" val="2432212360"/>
              </p:ext>
            </p:extLst>
          </p:nvPr>
        </p:nvGraphicFramePr>
        <p:xfrm>
          <a:off x="90971" y="980725"/>
          <a:ext cx="2881671" cy="5134041"/>
        </p:xfrm>
        <a:graphic>
          <a:graphicData uri="http://schemas.openxmlformats.org/drawingml/2006/diagram">
            <dgm:relIds xmlns:dgm="http://schemas.openxmlformats.org/drawingml/2006/diagram" xmlns:r="http://schemas.openxmlformats.org/officeDocument/2006/relationships" r:dm="rId18" r:lo="rId19" r:qs="rId20" r:cs="rId21"/>
          </a:graphicData>
        </a:graphic>
      </p:graphicFrame>
    </p:spTree>
    <p:extLst>
      <p:ext uri="{BB962C8B-B14F-4D97-AF65-F5344CB8AC3E}">
        <p14:creationId xmlns:p14="http://schemas.microsoft.com/office/powerpoint/2010/main" val="276254765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3. Denetim ve Değerlendirmeler 2023</a:t>
            </a:r>
          </a:p>
        </p:txBody>
      </p:sp>
      <p:grpSp>
        <p:nvGrpSpPr>
          <p:cNvPr id="4" name="Grup 3"/>
          <p:cNvGrpSpPr/>
          <p:nvPr/>
        </p:nvGrpSpPr>
        <p:grpSpPr>
          <a:xfrm>
            <a:off x="831972" y="980728"/>
            <a:ext cx="3751860" cy="429218"/>
            <a:chOff x="0" y="37418"/>
            <a:chExt cx="7128792" cy="429218"/>
          </a:xfrm>
        </p:grpSpPr>
        <p:sp>
          <p:nvSpPr>
            <p:cNvPr id="5" name="Yuvarlatılmış Dikdörtgen 4"/>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 name="Yuvarlatılmış Dikdörtgen 4"/>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defTabSz="1066800">
                <a:lnSpc>
                  <a:spcPct val="90000"/>
                </a:lnSpc>
                <a:spcBef>
                  <a:spcPct val="0"/>
                </a:spcBef>
                <a:spcAft>
                  <a:spcPct val="35000"/>
                </a:spcAft>
                <a:defRPr/>
              </a:pPr>
              <a:r>
                <a:rPr lang="tr-TR" sz="2400" b="1" dirty="0"/>
                <a:t>Mavi Bayrak Denetimleri:</a:t>
              </a:r>
              <a:endParaRPr kumimoji="0" lang="tr-TR" sz="2400" b="1" i="0" u="none" strike="noStrike" kern="1200" cap="none" spc="0" normalizeH="0" baseline="0" noProof="0" dirty="0">
                <a:ln>
                  <a:noFill/>
                </a:ln>
                <a:solidFill>
                  <a:prstClr val="white"/>
                </a:solidFill>
                <a:effectLst/>
                <a:uLnTx/>
                <a:uFillTx/>
                <a:latin typeface="Calibri"/>
                <a:ea typeface="+mn-ea"/>
                <a:cs typeface="+mn-cs"/>
              </a:endParaRPr>
            </a:p>
          </p:txBody>
        </p:sp>
      </p:grpSp>
      <p:graphicFrame>
        <p:nvGraphicFramePr>
          <p:cNvPr id="3" name="Tablo 2"/>
          <p:cNvGraphicFramePr>
            <a:graphicFrameLocks noGrp="1"/>
          </p:cNvGraphicFramePr>
          <p:nvPr>
            <p:extLst>
              <p:ext uri="{D42A27DB-BD31-4B8C-83A1-F6EECF244321}">
                <p14:modId xmlns:p14="http://schemas.microsoft.com/office/powerpoint/2010/main" val="1079645114"/>
              </p:ext>
            </p:extLst>
          </p:nvPr>
        </p:nvGraphicFramePr>
        <p:xfrm>
          <a:off x="795512" y="2132856"/>
          <a:ext cx="4851052" cy="2449736"/>
        </p:xfrm>
        <a:graphic>
          <a:graphicData uri="http://schemas.openxmlformats.org/drawingml/2006/table">
            <a:tbl>
              <a:tblPr firstRow="1" bandRow="1">
                <a:tableStyleId>{5C22544A-7EE6-4342-B048-85BDC9FD1C3A}</a:tableStyleId>
              </a:tblPr>
              <a:tblGrid>
                <a:gridCol w="2834828">
                  <a:extLst>
                    <a:ext uri="{9D8B030D-6E8A-4147-A177-3AD203B41FA5}">
                      <a16:colId xmlns:a16="http://schemas.microsoft.com/office/drawing/2014/main" val="2999481383"/>
                    </a:ext>
                  </a:extLst>
                </a:gridCol>
                <a:gridCol w="2016224">
                  <a:extLst>
                    <a:ext uri="{9D8B030D-6E8A-4147-A177-3AD203B41FA5}">
                      <a16:colId xmlns:a16="http://schemas.microsoft.com/office/drawing/2014/main" val="2436997929"/>
                    </a:ext>
                  </a:extLst>
                </a:gridCol>
              </a:tblGrid>
              <a:tr h="595536">
                <a:tc gridSpan="2">
                  <a:txBody>
                    <a:bodyPr/>
                    <a:lstStyle/>
                    <a:p>
                      <a:pPr algn="ctr"/>
                      <a:r>
                        <a:rPr lang="tr-TR" sz="1800" dirty="0"/>
                        <a:t>2023</a:t>
                      </a:r>
                      <a:r>
                        <a:rPr lang="tr-TR" sz="1800" baseline="0" dirty="0"/>
                        <a:t> Yılı Mavi Bayrak Tetkikleri</a:t>
                      </a:r>
                      <a:endParaRPr lang="tr-TR" sz="1800" dirty="0"/>
                    </a:p>
                  </a:txBody>
                  <a:tcPr anchor="ctr"/>
                </a:tc>
                <a:tc hMerge="1">
                  <a:txBody>
                    <a:bodyPr/>
                    <a:lstStyle/>
                    <a:p>
                      <a:pPr algn="ctr"/>
                      <a:endParaRPr lang="tr-TR" sz="1800" dirty="0"/>
                    </a:p>
                  </a:txBody>
                  <a:tcPr/>
                </a:tc>
                <a:extLst>
                  <a:ext uri="{0D108BD9-81ED-4DB2-BD59-A6C34878D82A}">
                    <a16:rowId xmlns:a16="http://schemas.microsoft.com/office/drawing/2014/main" val="21881504"/>
                  </a:ext>
                </a:extLst>
              </a:tr>
              <a:tr h="370840">
                <a:tc>
                  <a:txBody>
                    <a:bodyPr/>
                    <a:lstStyle/>
                    <a:p>
                      <a:r>
                        <a:rPr lang="tr-TR" sz="1600" b="1" dirty="0"/>
                        <a:t>Tetkik Sayısı</a:t>
                      </a:r>
                    </a:p>
                  </a:txBody>
                  <a:tcPr/>
                </a:tc>
                <a:tc>
                  <a:txBody>
                    <a:bodyPr/>
                    <a:lstStyle/>
                    <a:p>
                      <a:pPr algn="ctr"/>
                      <a:r>
                        <a:rPr lang="tr-TR" sz="1600" dirty="0"/>
                        <a:t>2</a:t>
                      </a:r>
                    </a:p>
                  </a:txBody>
                  <a:tcPr/>
                </a:tc>
                <a:extLst>
                  <a:ext uri="{0D108BD9-81ED-4DB2-BD59-A6C34878D82A}">
                    <a16:rowId xmlns:a16="http://schemas.microsoft.com/office/drawing/2014/main" val="612855052"/>
                  </a:ext>
                </a:extLst>
              </a:tr>
              <a:tr h="370840">
                <a:tc>
                  <a:txBody>
                    <a:bodyPr/>
                    <a:lstStyle/>
                    <a:p>
                      <a:r>
                        <a:rPr lang="tr-TR" sz="1600" b="1" dirty="0"/>
                        <a:t>Tetkik Süresi (Tetkik Başına)</a:t>
                      </a:r>
                    </a:p>
                  </a:txBody>
                  <a:tcPr/>
                </a:tc>
                <a:tc>
                  <a:txBody>
                    <a:bodyPr/>
                    <a:lstStyle/>
                    <a:p>
                      <a:pPr algn="ctr"/>
                      <a:r>
                        <a:rPr lang="tr-TR" sz="1600" dirty="0"/>
                        <a:t>3 Ay</a:t>
                      </a:r>
                    </a:p>
                  </a:txBody>
                  <a:tcPr/>
                </a:tc>
                <a:extLst>
                  <a:ext uri="{0D108BD9-81ED-4DB2-BD59-A6C34878D82A}">
                    <a16:rowId xmlns:a16="http://schemas.microsoft.com/office/drawing/2014/main" val="1673929004"/>
                  </a:ext>
                </a:extLst>
              </a:tr>
              <a:tr h="370840">
                <a:tc>
                  <a:txBody>
                    <a:bodyPr/>
                    <a:lstStyle/>
                    <a:p>
                      <a:r>
                        <a:rPr lang="tr-TR" sz="1600" b="1" dirty="0"/>
                        <a:t>Tetkik</a:t>
                      </a:r>
                      <a:r>
                        <a:rPr lang="tr-TR" sz="1600" b="1" baseline="0" dirty="0"/>
                        <a:t> Ekibi</a:t>
                      </a:r>
                      <a:endParaRPr lang="tr-TR" sz="1600" b="1" dirty="0"/>
                    </a:p>
                  </a:txBody>
                  <a:tcPr/>
                </a:tc>
                <a:tc>
                  <a:txBody>
                    <a:bodyPr/>
                    <a:lstStyle/>
                    <a:p>
                      <a:pPr algn="ctr"/>
                      <a:r>
                        <a:rPr lang="tr-TR" sz="1600" dirty="0"/>
                        <a:t>OPEX Ekibi</a:t>
                      </a:r>
                    </a:p>
                  </a:txBody>
                  <a:tcPr/>
                </a:tc>
                <a:extLst>
                  <a:ext uri="{0D108BD9-81ED-4DB2-BD59-A6C34878D82A}">
                    <a16:rowId xmlns:a16="http://schemas.microsoft.com/office/drawing/2014/main" val="2753977390"/>
                  </a:ext>
                </a:extLst>
              </a:tr>
              <a:tr h="370840">
                <a:tc>
                  <a:txBody>
                    <a:bodyPr/>
                    <a:lstStyle/>
                    <a:p>
                      <a:r>
                        <a:rPr lang="tr-TR" sz="1600" b="1" dirty="0"/>
                        <a:t>Değerlendirme Yöntemi</a:t>
                      </a:r>
                    </a:p>
                  </a:txBody>
                  <a:tcPr/>
                </a:tc>
                <a:tc>
                  <a:txBody>
                    <a:bodyPr/>
                    <a:lstStyle/>
                    <a:p>
                      <a:pPr algn="ctr"/>
                      <a:r>
                        <a:rPr lang="tr-TR" sz="1600" dirty="0"/>
                        <a:t>Uygunsuzluk Tespiti</a:t>
                      </a:r>
                    </a:p>
                  </a:txBody>
                  <a:tcPr/>
                </a:tc>
                <a:extLst>
                  <a:ext uri="{0D108BD9-81ED-4DB2-BD59-A6C34878D82A}">
                    <a16:rowId xmlns:a16="http://schemas.microsoft.com/office/drawing/2014/main" val="474893022"/>
                  </a:ext>
                </a:extLst>
              </a:tr>
              <a:tr h="370840">
                <a:tc>
                  <a:txBody>
                    <a:bodyPr/>
                    <a:lstStyle/>
                    <a:p>
                      <a:r>
                        <a:rPr lang="tr-TR" sz="1600" b="1" dirty="0"/>
                        <a:t>Değerlendirme</a:t>
                      </a:r>
                      <a:r>
                        <a:rPr lang="tr-TR" sz="1600" b="1" baseline="0" dirty="0"/>
                        <a:t>  Kapsamı</a:t>
                      </a:r>
                      <a:endParaRPr lang="tr-TR" sz="1600" b="1" dirty="0"/>
                    </a:p>
                  </a:txBody>
                  <a:tcPr/>
                </a:tc>
                <a:tc>
                  <a:txBody>
                    <a:bodyPr/>
                    <a:lstStyle/>
                    <a:p>
                      <a:pPr algn="ctr"/>
                      <a:r>
                        <a:rPr lang="tr-TR" sz="1600" dirty="0"/>
                        <a:t>Tüm Alanlar</a:t>
                      </a:r>
                    </a:p>
                  </a:txBody>
                  <a:tcPr/>
                </a:tc>
                <a:extLst>
                  <a:ext uri="{0D108BD9-81ED-4DB2-BD59-A6C34878D82A}">
                    <a16:rowId xmlns:a16="http://schemas.microsoft.com/office/drawing/2014/main" val="4012196704"/>
                  </a:ext>
                </a:extLst>
              </a:tr>
            </a:tbl>
          </a:graphicData>
        </a:graphic>
      </p:graphicFrame>
      <p:sp>
        <p:nvSpPr>
          <p:cNvPr id="9" name="Metin kutusu 8"/>
          <p:cNvSpPr txBox="1"/>
          <p:nvPr/>
        </p:nvSpPr>
        <p:spPr>
          <a:xfrm>
            <a:off x="479376" y="4582592"/>
            <a:ext cx="11279596" cy="1631216"/>
          </a:xfrm>
          <a:prstGeom prst="rect">
            <a:avLst/>
          </a:prstGeom>
          <a:noFill/>
        </p:spPr>
        <p:txBody>
          <a:bodyPr wrap="square" rtlCol="0">
            <a:spAutoFit/>
          </a:bodyPr>
          <a:lstStyle/>
          <a:p>
            <a:pPr marL="342900" indent="-342900">
              <a:spcBef>
                <a:spcPts val="600"/>
              </a:spcBef>
              <a:spcAft>
                <a:spcPts val="600"/>
              </a:spcAft>
              <a:buFont typeface="Arial" panose="020B0604020202020204" pitchFamily="34" charset="0"/>
              <a:buChar char="•"/>
            </a:pPr>
            <a:r>
              <a:rPr lang="tr-TR" sz="1600" i="1" dirty="0"/>
              <a:t>Yıl içerisinde gerçekleştirilecek 2 adet tetkik sırasında tespit edilen uygunsuzluk sayıları ve uygunsuzlukların giderilme oranları üzerinden Mavi Bayrak puanları oluşturulacaktır.</a:t>
            </a:r>
          </a:p>
          <a:p>
            <a:pPr marL="342900" indent="-342900">
              <a:spcBef>
                <a:spcPts val="600"/>
              </a:spcBef>
              <a:spcAft>
                <a:spcPts val="600"/>
              </a:spcAft>
              <a:buFont typeface="Arial" panose="020B0604020202020204" pitchFamily="34" charset="0"/>
              <a:buChar char="•"/>
            </a:pPr>
            <a:r>
              <a:rPr lang="tr-TR" sz="1600" i="1" dirty="0"/>
              <a:t>Tetkiklerde tespit edilen uygunsuzlukların giderilmesi için ünitelere tetkikin gerçekleştirilme tarihinden itibaren 2 ay süre verilecektir.</a:t>
            </a:r>
          </a:p>
          <a:p>
            <a:pPr marL="342900" indent="-342900">
              <a:spcBef>
                <a:spcPts val="600"/>
              </a:spcBef>
              <a:spcAft>
                <a:spcPts val="600"/>
              </a:spcAft>
              <a:buFont typeface="Arial" panose="020B0604020202020204" pitchFamily="34" charset="0"/>
              <a:buChar char="•"/>
            </a:pPr>
            <a:r>
              <a:rPr lang="tr-TR" sz="1600" b="1" i="1" dirty="0">
                <a:solidFill>
                  <a:srgbClr val="F6263A"/>
                </a:solidFill>
              </a:rPr>
              <a:t>Mavi Bayraklar </a:t>
            </a:r>
            <a:r>
              <a:rPr lang="tr-TR" sz="1600" b="1" i="1" dirty="0" err="1">
                <a:solidFill>
                  <a:srgbClr val="F6263A"/>
                </a:solidFill>
              </a:rPr>
              <a:t>başmühendislik</a:t>
            </a:r>
            <a:r>
              <a:rPr lang="tr-TR" sz="1600" b="1" i="1" dirty="0">
                <a:solidFill>
                  <a:srgbClr val="F6263A"/>
                </a:solidFill>
              </a:rPr>
              <a:t>/yöneticilik ve müdürlükler bazında ayrı ayrı değerlendirilecektir.</a:t>
            </a:r>
          </a:p>
        </p:txBody>
      </p:sp>
      <p:sp>
        <p:nvSpPr>
          <p:cNvPr id="8" name="Metin kutusu 7"/>
          <p:cNvSpPr txBox="1"/>
          <p:nvPr/>
        </p:nvSpPr>
        <p:spPr>
          <a:xfrm>
            <a:off x="795512" y="1465572"/>
            <a:ext cx="11090087" cy="646331"/>
          </a:xfrm>
          <a:prstGeom prst="rect">
            <a:avLst/>
          </a:prstGeom>
          <a:noFill/>
        </p:spPr>
        <p:txBody>
          <a:bodyPr wrap="square" rtlCol="0">
            <a:spAutoFit/>
          </a:bodyPr>
          <a:lstStyle/>
          <a:p>
            <a:pPr marL="342900" indent="-342900">
              <a:buFont typeface="Arial" panose="020B0604020202020204" pitchFamily="34" charset="0"/>
              <a:buChar char="•"/>
            </a:pPr>
            <a:r>
              <a:rPr lang="tr-TR" dirty="0"/>
              <a:t>Mavi Bayrak için gerçekleştirilecek tüm tetkikler uygunsuzlukların fotoğraflanarak uygunsuzluk takip tablolarına işlenmesi yöntemi ile gerçekleştirilecektir.</a:t>
            </a:r>
          </a:p>
        </p:txBody>
      </p:sp>
      <p:graphicFrame>
        <p:nvGraphicFramePr>
          <p:cNvPr id="10" name="Tablo 9"/>
          <p:cNvGraphicFramePr>
            <a:graphicFrameLocks noGrp="1"/>
          </p:cNvGraphicFramePr>
          <p:nvPr>
            <p:extLst>
              <p:ext uri="{D42A27DB-BD31-4B8C-83A1-F6EECF244321}">
                <p14:modId xmlns:p14="http://schemas.microsoft.com/office/powerpoint/2010/main" val="4027948827"/>
              </p:ext>
            </p:extLst>
          </p:nvPr>
        </p:nvGraphicFramePr>
        <p:xfrm>
          <a:off x="5763900" y="2132856"/>
          <a:ext cx="5904656" cy="1908377"/>
        </p:xfrm>
        <a:graphic>
          <a:graphicData uri="http://schemas.openxmlformats.org/drawingml/2006/table">
            <a:tbl>
              <a:tblPr firstRow="1" bandRow="1">
                <a:tableStyleId>{5C22544A-7EE6-4342-B048-85BDC9FD1C3A}</a:tableStyleId>
              </a:tblPr>
              <a:tblGrid>
                <a:gridCol w="1512168">
                  <a:extLst>
                    <a:ext uri="{9D8B030D-6E8A-4147-A177-3AD203B41FA5}">
                      <a16:colId xmlns:a16="http://schemas.microsoft.com/office/drawing/2014/main" val="1748909012"/>
                    </a:ext>
                  </a:extLst>
                </a:gridCol>
                <a:gridCol w="2180471">
                  <a:extLst>
                    <a:ext uri="{9D8B030D-6E8A-4147-A177-3AD203B41FA5}">
                      <a16:colId xmlns:a16="http://schemas.microsoft.com/office/drawing/2014/main" val="2999481383"/>
                    </a:ext>
                  </a:extLst>
                </a:gridCol>
                <a:gridCol w="2212017">
                  <a:extLst>
                    <a:ext uri="{9D8B030D-6E8A-4147-A177-3AD203B41FA5}">
                      <a16:colId xmlns:a16="http://schemas.microsoft.com/office/drawing/2014/main" val="2436997929"/>
                    </a:ext>
                  </a:extLst>
                </a:gridCol>
              </a:tblGrid>
              <a:tr h="587577">
                <a:tc gridSpan="3">
                  <a:txBody>
                    <a:bodyPr/>
                    <a:lstStyle/>
                    <a:p>
                      <a:pPr algn="ctr"/>
                      <a:r>
                        <a:rPr lang="tr-TR" sz="1800" dirty="0"/>
                        <a:t>Tetkik Dönemleri</a:t>
                      </a:r>
                    </a:p>
                  </a:txBody>
                  <a:tcPr anchor="ctr"/>
                </a:tc>
                <a:tc hMerge="1">
                  <a:txBody>
                    <a:bodyPr/>
                    <a:lstStyle/>
                    <a:p>
                      <a:pPr algn="ctr"/>
                      <a:endParaRPr lang="tr-TR" sz="1800" dirty="0"/>
                    </a:p>
                  </a:txBody>
                  <a:tcPr/>
                </a:tc>
                <a:tc hMerge="1">
                  <a:txBody>
                    <a:bodyPr/>
                    <a:lstStyle/>
                    <a:p>
                      <a:pPr algn="ctr"/>
                      <a:endParaRPr lang="tr-TR" sz="1800" dirty="0"/>
                    </a:p>
                  </a:txBody>
                  <a:tcPr/>
                </a:tc>
                <a:extLst>
                  <a:ext uri="{0D108BD9-81ED-4DB2-BD59-A6C34878D82A}">
                    <a16:rowId xmlns:a16="http://schemas.microsoft.com/office/drawing/2014/main" val="21881504"/>
                  </a:ext>
                </a:extLst>
              </a:tr>
              <a:tr h="370840">
                <a:tc>
                  <a:txBody>
                    <a:bodyPr/>
                    <a:lstStyle/>
                    <a:p>
                      <a:pPr algn="ctr"/>
                      <a:endParaRPr lang="tr-TR" sz="1600" b="1" dirty="0"/>
                    </a:p>
                  </a:txBody>
                  <a:tcPr/>
                </a:tc>
                <a:tc>
                  <a:txBody>
                    <a:bodyPr/>
                    <a:lstStyle/>
                    <a:p>
                      <a:pPr algn="ctr"/>
                      <a:r>
                        <a:rPr lang="tr-TR" sz="1600" b="1" dirty="0"/>
                        <a:t>1. Tetkik</a:t>
                      </a:r>
                    </a:p>
                  </a:txBody>
                  <a:tcPr/>
                </a:tc>
                <a:tc>
                  <a:txBody>
                    <a:bodyPr/>
                    <a:lstStyle/>
                    <a:p>
                      <a:pPr marL="0" algn="ctr" defTabSz="914400" rtl="0" eaLnBrk="1" latinLnBrk="0" hangingPunct="1"/>
                      <a:r>
                        <a:rPr lang="tr-TR" sz="1600" b="1" kern="1200" dirty="0">
                          <a:solidFill>
                            <a:schemeClr val="dk1"/>
                          </a:solidFill>
                          <a:latin typeface="+mn-lt"/>
                          <a:ea typeface="+mn-ea"/>
                          <a:cs typeface="+mn-cs"/>
                        </a:rPr>
                        <a:t>2. Tetkik</a:t>
                      </a:r>
                    </a:p>
                  </a:txBody>
                  <a:tcPr/>
                </a:tc>
                <a:extLst>
                  <a:ext uri="{0D108BD9-81ED-4DB2-BD59-A6C34878D82A}">
                    <a16:rowId xmlns:a16="http://schemas.microsoft.com/office/drawing/2014/main" val="612855052"/>
                  </a:ext>
                </a:extLst>
              </a:tr>
              <a:tr h="370840">
                <a:tc>
                  <a:txBody>
                    <a:bodyPr/>
                    <a:lstStyle/>
                    <a:p>
                      <a:r>
                        <a:rPr lang="tr-TR" sz="1600" b="1" dirty="0"/>
                        <a:t>Tetkik Tarihleri</a:t>
                      </a:r>
                    </a:p>
                  </a:txBody>
                  <a:tcPr/>
                </a:tc>
                <a:tc>
                  <a:txBody>
                    <a:bodyPr/>
                    <a:lstStyle/>
                    <a:p>
                      <a:r>
                        <a:rPr lang="tr-TR" sz="1600" b="0" dirty="0"/>
                        <a:t>Mart-Nisan-Mayıs</a:t>
                      </a:r>
                    </a:p>
                  </a:txBody>
                  <a:tcPr/>
                </a:tc>
                <a:tc>
                  <a:txBody>
                    <a:bodyPr/>
                    <a:lstStyle/>
                    <a:p>
                      <a:pPr algn="ctr"/>
                      <a:r>
                        <a:rPr lang="tr-TR" sz="1600" dirty="0"/>
                        <a:t>Ağustos-Eylül-Ekim</a:t>
                      </a:r>
                    </a:p>
                  </a:txBody>
                  <a:tcPr/>
                </a:tc>
                <a:extLst>
                  <a:ext uri="{0D108BD9-81ED-4DB2-BD59-A6C34878D82A}">
                    <a16:rowId xmlns:a16="http://schemas.microsoft.com/office/drawing/2014/main" val="1673929004"/>
                  </a:ext>
                </a:extLst>
              </a:tr>
              <a:tr h="370840">
                <a:tc>
                  <a:txBody>
                    <a:bodyPr/>
                    <a:lstStyle/>
                    <a:p>
                      <a:r>
                        <a:rPr lang="tr-TR" sz="1600" b="1" dirty="0"/>
                        <a:t>Uygunsuzluk Giderme Süresi</a:t>
                      </a:r>
                    </a:p>
                  </a:txBody>
                  <a:tcPr/>
                </a:tc>
                <a:tc>
                  <a:txBody>
                    <a:bodyPr/>
                    <a:lstStyle/>
                    <a:p>
                      <a:r>
                        <a:rPr lang="tr-TR" sz="1600" b="0" dirty="0"/>
                        <a:t>Ünite Tetkik</a:t>
                      </a:r>
                      <a:r>
                        <a:rPr lang="tr-TR" sz="1600" b="0" baseline="0" dirty="0"/>
                        <a:t> Tarihinden</a:t>
                      </a:r>
                      <a:r>
                        <a:rPr lang="tr-TR" sz="1600" b="0" dirty="0"/>
                        <a:t> İtibaren 2 Ay</a:t>
                      </a:r>
                    </a:p>
                  </a:txBody>
                  <a:tcPr/>
                </a:tc>
                <a:tc>
                  <a:txBody>
                    <a:bodyPr/>
                    <a:lstStyle/>
                    <a:p>
                      <a:r>
                        <a:rPr lang="tr-TR" sz="1600" b="0" dirty="0"/>
                        <a:t>Ünite Tetkik</a:t>
                      </a:r>
                      <a:r>
                        <a:rPr lang="tr-TR" sz="1600" b="0" baseline="0" dirty="0"/>
                        <a:t> Tarihinden</a:t>
                      </a:r>
                      <a:r>
                        <a:rPr lang="tr-TR" sz="1600" b="0" dirty="0"/>
                        <a:t> İtibaren 2 Ay</a:t>
                      </a:r>
                    </a:p>
                  </a:txBody>
                  <a:tcPr/>
                </a:tc>
                <a:extLst>
                  <a:ext uri="{0D108BD9-81ED-4DB2-BD59-A6C34878D82A}">
                    <a16:rowId xmlns:a16="http://schemas.microsoft.com/office/drawing/2014/main" val="2753977390"/>
                  </a:ext>
                </a:extLst>
              </a:tr>
            </a:tbl>
          </a:graphicData>
        </a:graphic>
      </p:graphicFrame>
    </p:spTree>
    <p:extLst>
      <p:ext uri="{BB962C8B-B14F-4D97-AF65-F5344CB8AC3E}">
        <p14:creationId xmlns:p14="http://schemas.microsoft.com/office/powerpoint/2010/main" val="111133344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o 3"/>
          <p:cNvGraphicFramePr>
            <a:graphicFrameLocks noGrp="1"/>
          </p:cNvGraphicFramePr>
          <p:nvPr>
            <p:extLst>
              <p:ext uri="{D42A27DB-BD31-4B8C-83A1-F6EECF244321}">
                <p14:modId xmlns:p14="http://schemas.microsoft.com/office/powerpoint/2010/main" val="2947380836"/>
              </p:ext>
            </p:extLst>
          </p:nvPr>
        </p:nvGraphicFramePr>
        <p:xfrm>
          <a:off x="813220" y="1490349"/>
          <a:ext cx="5282934" cy="975360"/>
        </p:xfrm>
        <a:graphic>
          <a:graphicData uri="http://schemas.openxmlformats.org/drawingml/2006/table">
            <a:tbl>
              <a:tblPr/>
              <a:tblGrid>
                <a:gridCol w="1041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3631934">
                  <a:extLst>
                    <a:ext uri="{9D8B030D-6E8A-4147-A177-3AD203B41FA5}">
                      <a16:colId xmlns:a16="http://schemas.microsoft.com/office/drawing/2014/main" val="20002"/>
                    </a:ext>
                  </a:extLst>
                </a:gridCol>
              </a:tblGrid>
              <a:tr h="373380">
                <a:tc>
                  <a:txBody>
                    <a:bodyPr/>
                    <a:lstStyle/>
                    <a:p>
                      <a:pPr algn="ctr" fontAlgn="ctr"/>
                      <a:r>
                        <a:rPr lang="tr-TR" sz="1200" b="1" i="0" u="none" strike="noStrike" dirty="0">
                          <a:solidFill>
                            <a:srgbClr val="000000"/>
                          </a:solidFill>
                          <a:effectLst/>
                          <a:latin typeface="Calibri" panose="020F0502020204030204" pitchFamily="34" charset="0"/>
                        </a:rPr>
                        <a:t>Adım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a:solidFill>
                            <a:srgbClr val="000000"/>
                          </a:solidFill>
                          <a:effectLst/>
                          <a:latin typeface="Calibri" panose="020F0502020204030204" pitchFamily="34" charset="0"/>
                        </a:rPr>
                        <a:t>Sıra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Uygunsuzluk Kategorisi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220980">
                <a:tc rowSpan="3">
                  <a:txBody>
                    <a:bodyPr/>
                    <a:lstStyle/>
                    <a:p>
                      <a:pPr algn="ctr" fontAlgn="ctr"/>
                      <a:r>
                        <a:rPr lang="tr-TR" sz="1200" b="1" i="0" u="none" strike="noStrike" dirty="0">
                          <a:solidFill>
                            <a:srgbClr val="000000"/>
                          </a:solidFill>
                          <a:effectLst/>
                          <a:latin typeface="Calibri" panose="020F0502020204030204" pitchFamily="34" charset="0"/>
                        </a:rPr>
                        <a:t>Ayıklama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ctr"/>
                      <a:r>
                        <a:rPr lang="tr-TR" sz="12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b"/>
                      <a:r>
                        <a:rPr lang="tr-TR" sz="1200" b="0" i="0" u="none" strike="noStrike" dirty="0">
                          <a:solidFill>
                            <a:srgbClr val="000000"/>
                          </a:solidFill>
                          <a:effectLst/>
                          <a:latin typeface="Calibri" panose="020F0502020204030204" pitchFamily="34" charset="0"/>
                        </a:rPr>
                        <a:t>İhtiyaç Fazlası Malzeme/Ekipman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1"/>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b"/>
                      <a:r>
                        <a:rPr lang="tr-TR" sz="1200" b="0" i="0" u="none" strike="noStrike" dirty="0">
                          <a:solidFill>
                            <a:srgbClr val="000000"/>
                          </a:solidFill>
                          <a:effectLst/>
                          <a:latin typeface="Calibri" panose="020F0502020204030204" pitchFamily="34" charset="0"/>
                        </a:rPr>
                        <a:t>İhtiyaç Fazlası Boya/Kimyasal Malzemeler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2"/>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tc>
                  <a:txBody>
                    <a:bodyPr/>
                    <a:lstStyle/>
                    <a:p>
                      <a:pPr algn="ctr" fontAlgn="b"/>
                      <a:r>
                        <a:rPr lang="tr-TR" sz="1200" b="0" i="0" u="none" strike="noStrike" dirty="0">
                          <a:solidFill>
                            <a:srgbClr val="000000"/>
                          </a:solidFill>
                          <a:effectLst/>
                          <a:latin typeface="Calibri" panose="020F0502020204030204" pitchFamily="34" charset="0"/>
                        </a:rPr>
                        <a:t>Kullanım Dışı/İşlevsiz Malzemeler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2CC"/>
                    </a:solidFill>
                  </a:tcPr>
                </a:tc>
                <a:extLst>
                  <a:ext uri="{0D108BD9-81ED-4DB2-BD59-A6C34878D82A}">
                    <a16:rowId xmlns:a16="http://schemas.microsoft.com/office/drawing/2014/main" val="10003"/>
                  </a:ext>
                </a:extLst>
              </a:tr>
            </a:tbl>
          </a:graphicData>
        </a:graphic>
      </p:graphicFrame>
      <p:graphicFrame>
        <p:nvGraphicFramePr>
          <p:cNvPr id="5" name="Tablo 4"/>
          <p:cNvGraphicFramePr>
            <a:graphicFrameLocks noGrp="1"/>
          </p:cNvGraphicFramePr>
          <p:nvPr>
            <p:extLst>
              <p:ext uri="{D42A27DB-BD31-4B8C-83A1-F6EECF244321}">
                <p14:modId xmlns:p14="http://schemas.microsoft.com/office/powerpoint/2010/main" val="445500229"/>
              </p:ext>
            </p:extLst>
          </p:nvPr>
        </p:nvGraphicFramePr>
        <p:xfrm>
          <a:off x="813220" y="2787744"/>
          <a:ext cx="5282934" cy="3992880"/>
        </p:xfrm>
        <a:graphic>
          <a:graphicData uri="http://schemas.openxmlformats.org/drawingml/2006/table">
            <a:tbl>
              <a:tblPr/>
              <a:tblGrid>
                <a:gridCol w="1041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3631934">
                  <a:extLst>
                    <a:ext uri="{9D8B030D-6E8A-4147-A177-3AD203B41FA5}">
                      <a16:colId xmlns:a16="http://schemas.microsoft.com/office/drawing/2014/main" val="20002"/>
                    </a:ext>
                  </a:extLst>
                </a:gridCol>
              </a:tblGrid>
              <a:tr h="373380">
                <a:tc>
                  <a:txBody>
                    <a:bodyPr/>
                    <a:lstStyle/>
                    <a:p>
                      <a:pPr algn="ctr" fontAlgn="ctr"/>
                      <a:r>
                        <a:rPr lang="tr-TR" sz="1200" b="1" i="0" u="none" strike="noStrike" dirty="0">
                          <a:solidFill>
                            <a:srgbClr val="000000"/>
                          </a:solidFill>
                          <a:effectLst/>
                          <a:latin typeface="Calibri" panose="020F0502020204030204" pitchFamily="34" charset="0"/>
                        </a:rPr>
                        <a:t>Adım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Sıra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Uygunsuzluk Kategorisi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182880">
                <a:tc rowSpan="19">
                  <a:txBody>
                    <a:bodyPr/>
                    <a:lstStyle/>
                    <a:p>
                      <a:pPr algn="ctr" fontAlgn="ctr"/>
                      <a:r>
                        <a:rPr lang="tr-TR" sz="1200" b="1" i="0" u="none" strike="noStrike" dirty="0">
                          <a:solidFill>
                            <a:srgbClr val="000000"/>
                          </a:solidFill>
                          <a:effectLst/>
                          <a:latin typeface="Calibri" panose="020F0502020204030204" pitchFamily="34" charset="0"/>
                        </a:rPr>
                        <a:t>Düzenleme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ctr"/>
                      <a:r>
                        <a:rPr lang="tr-TR" sz="1200" b="0" i="0" u="none" strike="noStrike">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Yetersiz Uyarı/Yönlendirme Levhaları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1"/>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Deforme Olmuş Uyarı/Yönlendirme Levhaları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2"/>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a:solidFill>
                            <a:srgbClr val="000000"/>
                          </a:solidFill>
                          <a:effectLst/>
                          <a:latin typeface="Calibri" panose="020F0502020204030204" pitchFamily="34" charset="0"/>
                        </a:rPr>
                        <a:t>Tanımsız Malzeme/Ekipman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3"/>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a:solidFill>
                            <a:srgbClr val="000000"/>
                          </a:solidFill>
                          <a:effectLst/>
                          <a:latin typeface="Calibri" panose="020F0502020204030204" pitchFamily="34" charset="0"/>
                        </a:rPr>
                        <a:t>Etiketsiz Dolap/Raflar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4"/>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Etiketi Eksik-Deforme Dolap/Raflar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5"/>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Dağınık ve Düzensiz Durumda Malzemeler/Ekipmanlar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6"/>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Düzensiz Hortum/Kablolar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7"/>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Yer Tanımı Yapılmamış Hareketli Malzeme/Ekipman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8"/>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Uygun Şekilde Stoklanmamış Malzemeler (İSG Açısından)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09"/>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10</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Eksik Dolap içi İndeksler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0"/>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Güncel Olmayan Yönetim Panosu</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1"/>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Elektrik Pano/ Yangın Tüpü Uygunsuzlukları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2"/>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Deforme Olmuş Malzeme/Ekipman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3"/>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Arızalı/Okunmayan Göstergeler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4"/>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Belirsiz Akışkan Renk ve Yönleri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5"/>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16</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Tanımsız Ambalaj içerisinde Kimyasal Malzeme</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6"/>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17</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Uygun Olmayan Şekilde Depolanan Kimyasal Malzemeler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7"/>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18</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İşaretlenmemiş Alçak Tavan, Zemin Kot Farklılıkları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8"/>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19</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tc>
                  <a:txBody>
                    <a:bodyPr/>
                    <a:lstStyle/>
                    <a:p>
                      <a:pPr algn="ctr" fontAlgn="b"/>
                      <a:r>
                        <a:rPr lang="tr-TR" sz="1200" b="0" i="0" u="none" strike="noStrike" dirty="0">
                          <a:solidFill>
                            <a:srgbClr val="000000"/>
                          </a:solidFill>
                          <a:effectLst/>
                          <a:latin typeface="Calibri" panose="020F0502020204030204" pitchFamily="34" charset="0"/>
                        </a:rPr>
                        <a:t>Risk Teşkil Eden Zemin Uygunsuzlukları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99FF"/>
                    </a:solidFill>
                  </a:tcPr>
                </a:tc>
                <a:extLst>
                  <a:ext uri="{0D108BD9-81ED-4DB2-BD59-A6C34878D82A}">
                    <a16:rowId xmlns:a16="http://schemas.microsoft.com/office/drawing/2014/main" val="10019"/>
                  </a:ext>
                </a:extLst>
              </a:tr>
            </a:tbl>
          </a:graphicData>
        </a:graphic>
      </p:graphicFrame>
      <p:sp>
        <p:nvSpPr>
          <p:cNvPr id="7" name="Oval Belirtme Çizgisi 6"/>
          <p:cNvSpPr/>
          <p:nvPr/>
        </p:nvSpPr>
        <p:spPr>
          <a:xfrm>
            <a:off x="7176120" y="4808953"/>
            <a:ext cx="2160240" cy="1584176"/>
          </a:xfrm>
          <a:prstGeom prst="wedgeEllipseCallout">
            <a:avLst>
              <a:gd name="adj1" fmla="val -98662"/>
              <a:gd name="adj2" fmla="val 44850"/>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tr-TR" sz="1050" dirty="0"/>
              <a:t>Ortam Koşulları, birbirinden etkileşim durumu, altında tava bulunmayan kimyasallar</a:t>
            </a:r>
          </a:p>
        </p:txBody>
      </p:sp>
      <p:graphicFrame>
        <p:nvGraphicFramePr>
          <p:cNvPr id="8" name="Tablo 7"/>
          <p:cNvGraphicFramePr>
            <a:graphicFrameLocks noGrp="1"/>
          </p:cNvGraphicFramePr>
          <p:nvPr>
            <p:extLst>
              <p:ext uri="{D42A27DB-BD31-4B8C-83A1-F6EECF244321}">
                <p14:modId xmlns:p14="http://schemas.microsoft.com/office/powerpoint/2010/main" val="920311626"/>
              </p:ext>
            </p:extLst>
          </p:nvPr>
        </p:nvGraphicFramePr>
        <p:xfrm>
          <a:off x="6384032" y="1490349"/>
          <a:ext cx="5181600" cy="1325880"/>
        </p:xfrm>
        <a:graphic>
          <a:graphicData uri="http://schemas.openxmlformats.org/drawingml/2006/table">
            <a:tbl>
              <a:tblPr/>
              <a:tblGrid>
                <a:gridCol w="1041400">
                  <a:extLst>
                    <a:ext uri="{9D8B030D-6E8A-4147-A177-3AD203B41FA5}">
                      <a16:colId xmlns:a16="http://schemas.microsoft.com/office/drawing/2014/main" val="20000"/>
                    </a:ext>
                  </a:extLst>
                </a:gridCol>
                <a:gridCol w="609600">
                  <a:extLst>
                    <a:ext uri="{9D8B030D-6E8A-4147-A177-3AD203B41FA5}">
                      <a16:colId xmlns:a16="http://schemas.microsoft.com/office/drawing/2014/main" val="20001"/>
                    </a:ext>
                  </a:extLst>
                </a:gridCol>
                <a:gridCol w="3530600">
                  <a:extLst>
                    <a:ext uri="{9D8B030D-6E8A-4147-A177-3AD203B41FA5}">
                      <a16:colId xmlns:a16="http://schemas.microsoft.com/office/drawing/2014/main" val="20002"/>
                    </a:ext>
                  </a:extLst>
                </a:gridCol>
              </a:tblGrid>
              <a:tr h="373380">
                <a:tc>
                  <a:txBody>
                    <a:bodyPr/>
                    <a:lstStyle/>
                    <a:p>
                      <a:pPr algn="ctr" fontAlgn="ctr"/>
                      <a:r>
                        <a:rPr lang="tr-TR" sz="1200" b="1" i="0" u="none" strike="noStrike" dirty="0">
                          <a:solidFill>
                            <a:srgbClr val="000000"/>
                          </a:solidFill>
                          <a:effectLst/>
                          <a:latin typeface="Calibri" panose="020F0502020204030204" pitchFamily="34" charset="0"/>
                        </a:rPr>
                        <a:t>Adım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Sıra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Uygunsuzluk Kategorisi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182880">
                <a:tc rowSpan="5">
                  <a:txBody>
                    <a:bodyPr/>
                    <a:lstStyle/>
                    <a:p>
                      <a:pPr algn="ctr" fontAlgn="ctr"/>
                      <a:r>
                        <a:rPr lang="tr-TR" sz="1200" b="1" i="0" u="none" strike="noStrike" dirty="0">
                          <a:solidFill>
                            <a:srgbClr val="000000"/>
                          </a:solidFill>
                          <a:effectLst/>
                          <a:latin typeface="Calibri" panose="020F0502020204030204" pitchFamily="34" charset="0"/>
                        </a:rPr>
                        <a:t>Temizlik</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ctr"/>
                      <a:r>
                        <a:rPr lang="tr-TR" sz="1200" b="0" i="0" u="none" strike="noStrike" dirty="0">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b"/>
                      <a:r>
                        <a:rPr lang="tr-TR" sz="1200" b="0" i="0" u="none" strike="noStrike" dirty="0">
                          <a:solidFill>
                            <a:srgbClr val="000000"/>
                          </a:solidFill>
                          <a:effectLst/>
                          <a:latin typeface="Calibri" panose="020F0502020204030204" pitchFamily="34" charset="0"/>
                        </a:rPr>
                        <a:t>Yağ/Su/Hidrolik vb. Akışkan Kaçakları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extLst>
                  <a:ext uri="{0D108BD9-81ED-4DB2-BD59-A6C34878D82A}">
                    <a16:rowId xmlns:a16="http://schemas.microsoft.com/office/drawing/2014/main" val="10001"/>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b"/>
                      <a:r>
                        <a:rPr lang="tr-TR" sz="1200" b="0" i="0" u="none" strike="noStrike" dirty="0">
                          <a:solidFill>
                            <a:srgbClr val="000000"/>
                          </a:solidFill>
                          <a:effectLst/>
                          <a:latin typeface="Calibri" panose="020F0502020204030204" pitchFamily="34" charset="0"/>
                        </a:rPr>
                        <a:t>Kirli ve Yağlı Malzeme/Ekipman</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extLst>
                  <a:ext uri="{0D108BD9-81ED-4DB2-BD59-A6C34878D82A}">
                    <a16:rowId xmlns:a16="http://schemas.microsoft.com/office/drawing/2014/main" val="10002"/>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b"/>
                      <a:r>
                        <a:rPr lang="tr-TR" sz="1200" b="0" i="0" u="none" strike="noStrike" dirty="0">
                          <a:solidFill>
                            <a:srgbClr val="000000"/>
                          </a:solidFill>
                          <a:effectLst/>
                          <a:latin typeface="Calibri" panose="020F0502020204030204" pitchFamily="34" charset="0"/>
                        </a:rPr>
                        <a:t>Tozlu Ortam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extLst>
                  <a:ext uri="{0D108BD9-81ED-4DB2-BD59-A6C34878D82A}">
                    <a16:rowId xmlns:a16="http://schemas.microsoft.com/office/drawing/2014/main" val="10003"/>
                  </a:ext>
                </a:extLst>
              </a:tr>
              <a:tr h="182880">
                <a:tc vMerge="1">
                  <a:txBody>
                    <a:bodyPr/>
                    <a:lstStyle/>
                    <a:p>
                      <a:endParaRPr lang="tr-TR"/>
                    </a:p>
                  </a:txBody>
                  <a:tcPr/>
                </a:tc>
                <a:tc>
                  <a:txBody>
                    <a:bodyPr/>
                    <a:lstStyle/>
                    <a:p>
                      <a:pPr algn="ctr" fontAlgn="ctr"/>
                      <a:r>
                        <a:rPr lang="tr-TR" sz="1200" b="0" i="0" u="none" strike="noStrike">
                          <a:solidFill>
                            <a:srgbClr val="000000"/>
                          </a:solidFill>
                          <a:effectLst/>
                          <a:latin typeface="Calibri" panose="020F0502020204030204" pitchFamily="34" charset="0"/>
                        </a:rPr>
                        <a:t>4</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b"/>
                      <a:r>
                        <a:rPr lang="tr-TR" sz="1200" b="0" i="0" u="none" strike="noStrike" dirty="0">
                          <a:solidFill>
                            <a:srgbClr val="000000"/>
                          </a:solidFill>
                          <a:effectLst/>
                          <a:latin typeface="Calibri" panose="020F0502020204030204" pitchFamily="34" charset="0"/>
                        </a:rPr>
                        <a:t>Yağlı Ortam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extLst>
                  <a:ext uri="{0D108BD9-81ED-4DB2-BD59-A6C34878D82A}">
                    <a16:rowId xmlns:a16="http://schemas.microsoft.com/office/drawing/2014/main" val="10004"/>
                  </a:ext>
                </a:extLst>
              </a:tr>
              <a:tr h="182880">
                <a:tc vMerge="1">
                  <a:txBody>
                    <a:bodyPr/>
                    <a:lstStyle/>
                    <a:p>
                      <a:pPr algn="ctr" fontAlgn="ctr"/>
                      <a:endParaRPr lang="tr-TR" sz="12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ctr"/>
                      <a:r>
                        <a:rPr lang="tr-TR" sz="1200" b="0" i="0" u="none" strike="noStrike" dirty="0">
                          <a:solidFill>
                            <a:srgbClr val="000000"/>
                          </a:solidFill>
                          <a:effectLst/>
                          <a:latin typeface="Calibri" panose="020F0502020204030204" pitchFamily="34" charset="0"/>
                        </a:rPr>
                        <a:t>5</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tc>
                  <a:txBody>
                    <a:bodyPr/>
                    <a:lstStyle/>
                    <a:p>
                      <a:pPr algn="ctr" fontAlgn="b"/>
                      <a:r>
                        <a:rPr lang="tr-TR" sz="1200" b="0" i="0" u="none" strike="noStrike" dirty="0">
                          <a:solidFill>
                            <a:srgbClr val="000000"/>
                          </a:solidFill>
                          <a:effectLst/>
                          <a:latin typeface="Calibri" panose="020F0502020204030204" pitchFamily="34" charset="0"/>
                        </a:rPr>
                        <a:t>Gelişi</a:t>
                      </a:r>
                      <a:r>
                        <a:rPr lang="tr-TR" sz="1200" b="0" i="0" u="none" strike="noStrike" baseline="0" dirty="0">
                          <a:solidFill>
                            <a:srgbClr val="000000"/>
                          </a:solidFill>
                          <a:effectLst/>
                          <a:latin typeface="Calibri" panose="020F0502020204030204" pitchFamily="34" charset="0"/>
                        </a:rPr>
                        <a:t> güzel atılmış çöpler</a:t>
                      </a:r>
                      <a:endParaRPr lang="tr-TR" sz="1200" b="0"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CCFFFF"/>
                    </a:solidFill>
                  </a:tcPr>
                </a:tc>
                <a:extLst>
                  <a:ext uri="{0D108BD9-81ED-4DB2-BD59-A6C34878D82A}">
                    <a16:rowId xmlns:a16="http://schemas.microsoft.com/office/drawing/2014/main" val="42559727"/>
                  </a:ext>
                </a:extLst>
              </a:tr>
            </a:tbl>
          </a:graphicData>
        </a:graphic>
      </p:graphicFrame>
      <p:graphicFrame>
        <p:nvGraphicFramePr>
          <p:cNvPr id="9" name="Tablo 8"/>
          <p:cNvGraphicFramePr>
            <a:graphicFrameLocks noGrp="1"/>
          </p:cNvGraphicFramePr>
          <p:nvPr>
            <p:extLst>
              <p:ext uri="{D42A27DB-BD31-4B8C-83A1-F6EECF244321}">
                <p14:modId xmlns:p14="http://schemas.microsoft.com/office/powerpoint/2010/main" val="3612388015"/>
              </p:ext>
            </p:extLst>
          </p:nvPr>
        </p:nvGraphicFramePr>
        <p:xfrm>
          <a:off x="6384032" y="3045944"/>
          <a:ext cx="5181600" cy="944880"/>
        </p:xfrm>
        <a:graphic>
          <a:graphicData uri="http://schemas.openxmlformats.org/drawingml/2006/table">
            <a:tbl>
              <a:tblPr/>
              <a:tblGrid>
                <a:gridCol w="1080120">
                  <a:extLst>
                    <a:ext uri="{9D8B030D-6E8A-4147-A177-3AD203B41FA5}">
                      <a16:colId xmlns:a16="http://schemas.microsoft.com/office/drawing/2014/main" val="20000"/>
                    </a:ext>
                  </a:extLst>
                </a:gridCol>
                <a:gridCol w="570880">
                  <a:extLst>
                    <a:ext uri="{9D8B030D-6E8A-4147-A177-3AD203B41FA5}">
                      <a16:colId xmlns:a16="http://schemas.microsoft.com/office/drawing/2014/main" val="20001"/>
                    </a:ext>
                  </a:extLst>
                </a:gridCol>
                <a:gridCol w="3530600">
                  <a:extLst>
                    <a:ext uri="{9D8B030D-6E8A-4147-A177-3AD203B41FA5}">
                      <a16:colId xmlns:a16="http://schemas.microsoft.com/office/drawing/2014/main" val="20002"/>
                    </a:ext>
                  </a:extLst>
                </a:gridCol>
              </a:tblGrid>
              <a:tr h="373380">
                <a:tc>
                  <a:txBody>
                    <a:bodyPr/>
                    <a:lstStyle/>
                    <a:p>
                      <a:pPr algn="ctr" fontAlgn="ctr"/>
                      <a:r>
                        <a:rPr lang="tr-TR" sz="1200" b="1" i="0" u="none" strike="noStrike" dirty="0">
                          <a:solidFill>
                            <a:srgbClr val="000000"/>
                          </a:solidFill>
                          <a:effectLst/>
                          <a:latin typeface="Calibri" panose="020F0502020204030204" pitchFamily="34" charset="0"/>
                        </a:rPr>
                        <a:t>Adım</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Sıra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tc>
                  <a:txBody>
                    <a:bodyPr/>
                    <a:lstStyle/>
                    <a:p>
                      <a:pPr algn="ctr" fontAlgn="ctr"/>
                      <a:r>
                        <a:rPr lang="tr-TR" sz="1200" b="1" i="0" u="none" strike="noStrike" dirty="0">
                          <a:solidFill>
                            <a:srgbClr val="000000"/>
                          </a:solidFill>
                          <a:effectLst/>
                          <a:latin typeface="Calibri" panose="020F0502020204030204" pitchFamily="34" charset="0"/>
                        </a:rPr>
                        <a:t>Uygunsuzluk Kategorisi</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10000"/>
                  </a:ext>
                </a:extLst>
              </a:tr>
              <a:tr h="182880">
                <a:tc rowSpan="3">
                  <a:txBody>
                    <a:bodyPr/>
                    <a:lstStyle/>
                    <a:p>
                      <a:pPr algn="ctr" fontAlgn="ctr"/>
                      <a:r>
                        <a:rPr lang="tr-TR" sz="1200" b="1" i="0" u="none" strike="noStrike" dirty="0">
                          <a:solidFill>
                            <a:srgbClr val="000000"/>
                          </a:solidFill>
                          <a:effectLst/>
                          <a:latin typeface="Calibri" panose="020F0502020204030204" pitchFamily="34" charset="0"/>
                        </a:rPr>
                        <a:t>Standartlaştırma</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r>
                        <a:rPr lang="tr-TR" sz="1200" b="0" i="0" u="none" strike="noStrike" dirty="0">
                          <a:solidFill>
                            <a:srgbClr val="000000"/>
                          </a:solidFill>
                          <a:effectLst/>
                          <a:latin typeface="Calibri" panose="020F0502020204030204" pitchFamily="34" charset="0"/>
                        </a:rPr>
                        <a:t>1</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tr-TR" sz="1200" b="0" i="0" u="none" strike="noStrike" dirty="0">
                          <a:solidFill>
                            <a:srgbClr val="000000"/>
                          </a:solidFill>
                          <a:effectLst/>
                          <a:latin typeface="Calibri" panose="020F0502020204030204" pitchFamily="34" charset="0"/>
                        </a:rPr>
                        <a:t>Mevzuata Uymayan Atık Toplama </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1"/>
                  </a:ext>
                </a:extLst>
              </a:tr>
              <a:tr h="182880">
                <a:tc vMerge="1">
                  <a:txBody>
                    <a:bodyPr/>
                    <a:lstStyle/>
                    <a:p>
                      <a:endParaRPr lang="tr-TR"/>
                    </a:p>
                  </a:txBody>
                  <a:tcPr/>
                </a:tc>
                <a:tc>
                  <a:txBody>
                    <a:bodyPr/>
                    <a:lstStyle/>
                    <a:p>
                      <a:pPr algn="ctr" fontAlgn="ctr"/>
                      <a:r>
                        <a:rPr lang="tr-TR" sz="1200" b="0" i="0" u="none" strike="noStrike" dirty="0">
                          <a:solidFill>
                            <a:srgbClr val="000000"/>
                          </a:solidFill>
                          <a:effectLst/>
                          <a:latin typeface="Calibri" panose="020F0502020204030204" pitchFamily="34" charset="0"/>
                        </a:rPr>
                        <a:t>2</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tr-TR" sz="1200" b="0" i="0" u="none" strike="noStrike" dirty="0">
                          <a:solidFill>
                            <a:srgbClr val="000000"/>
                          </a:solidFill>
                          <a:effectLst/>
                          <a:latin typeface="Calibri" panose="020F0502020204030204" pitchFamily="34" charset="0"/>
                        </a:rPr>
                        <a:t>Güncel/Uygun Olmayan Kriter Tabloları</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10002"/>
                  </a:ext>
                </a:extLst>
              </a:tr>
              <a:tr h="182880">
                <a:tc vMerge="1">
                  <a:txBody>
                    <a:bodyPr/>
                    <a:lstStyle/>
                    <a:p>
                      <a:pPr algn="ctr" fontAlgn="ctr"/>
                      <a:endParaRPr lang="tr-TR" sz="1200" b="1" i="0" u="none" strike="noStrike" dirty="0">
                        <a:solidFill>
                          <a:srgbClr val="000000"/>
                        </a:solidFill>
                        <a:effectLst/>
                        <a:latin typeface="Calibri" panose="020F0502020204030204" pitchFamily="34" charset="0"/>
                      </a:endParaRP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ctr"/>
                      <a:r>
                        <a:rPr lang="tr-TR" sz="1200" b="0" i="0" u="none" strike="noStrike" dirty="0">
                          <a:solidFill>
                            <a:srgbClr val="000000"/>
                          </a:solidFill>
                          <a:effectLst/>
                          <a:latin typeface="Calibri" panose="020F0502020204030204" pitchFamily="34" charset="0"/>
                        </a:rPr>
                        <a:t>3</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tc>
                  <a:txBody>
                    <a:bodyPr/>
                    <a:lstStyle/>
                    <a:p>
                      <a:pPr algn="ctr" fontAlgn="b"/>
                      <a:r>
                        <a:rPr lang="tr-TR" sz="1200" b="0" i="0" u="none" strike="noStrike" dirty="0">
                          <a:solidFill>
                            <a:srgbClr val="000000"/>
                          </a:solidFill>
                          <a:effectLst/>
                          <a:latin typeface="Calibri" panose="020F0502020204030204" pitchFamily="34" charset="0"/>
                        </a:rPr>
                        <a:t>Gerçekleştirilmeyen/Eksik tetkikler</a:t>
                      </a:r>
                    </a:p>
                  </a:txBody>
                  <a:tcPr marL="7620" marR="7620" marT="762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chemeClr val="accent6">
                        <a:lumMod val="60000"/>
                        <a:lumOff val="40000"/>
                      </a:schemeClr>
                    </a:solidFill>
                  </a:tcPr>
                </a:tc>
                <a:extLst>
                  <a:ext uri="{0D108BD9-81ED-4DB2-BD59-A6C34878D82A}">
                    <a16:rowId xmlns:a16="http://schemas.microsoft.com/office/drawing/2014/main" val="3237297520"/>
                  </a:ext>
                </a:extLst>
              </a:tr>
            </a:tbl>
          </a:graphicData>
        </a:graphic>
      </p:graphicFrame>
      <p:sp>
        <p:nvSpPr>
          <p:cNvPr id="10"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4. Denetim ve Değerlendirmeler 2023</a:t>
            </a:r>
          </a:p>
        </p:txBody>
      </p:sp>
      <p:grpSp>
        <p:nvGrpSpPr>
          <p:cNvPr id="11" name="Grup 10"/>
          <p:cNvGrpSpPr/>
          <p:nvPr/>
        </p:nvGrpSpPr>
        <p:grpSpPr>
          <a:xfrm>
            <a:off x="816172" y="1004661"/>
            <a:ext cx="7512076" cy="425749"/>
            <a:chOff x="0" y="37418"/>
            <a:chExt cx="7309418" cy="429218"/>
          </a:xfrm>
        </p:grpSpPr>
        <p:sp>
          <p:nvSpPr>
            <p:cNvPr id="12" name="Yuvarlatılmış Dikdörtgen 11"/>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3" name="Yuvarlatılmış Dikdörtgen 4"/>
            <p:cNvSpPr txBox="1"/>
            <p:nvPr/>
          </p:nvSpPr>
          <p:spPr>
            <a:xfrm>
              <a:off x="20952" y="58370"/>
              <a:ext cx="7288466" cy="4082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defTabSz="1066800">
                <a:lnSpc>
                  <a:spcPct val="90000"/>
                </a:lnSpc>
                <a:spcBef>
                  <a:spcPct val="0"/>
                </a:spcBef>
                <a:spcAft>
                  <a:spcPct val="35000"/>
                </a:spcAft>
                <a:defRPr/>
              </a:pPr>
              <a:r>
                <a:rPr lang="tr-TR" sz="2400" b="1" dirty="0"/>
                <a:t>Mavi Bayrak Denetimleri/Uygunsuzluk Kategorileri</a:t>
              </a:r>
              <a:endParaRPr kumimoji="0" lang="tr-TR" sz="2400" b="1" i="0" u="none" strike="noStrike" kern="1200" cap="none" spc="0" normalizeH="0" baseline="0" noProof="0" dirty="0">
                <a:ln>
                  <a:noFill/>
                </a:ln>
                <a:solidFill>
                  <a:prstClr val="white"/>
                </a:solidFill>
                <a:effectLst/>
                <a:uLnTx/>
                <a:uFillTx/>
                <a:latin typeface="Calibri"/>
                <a:ea typeface="+mn-ea"/>
                <a:cs typeface="+mn-cs"/>
              </a:endParaRPr>
            </a:p>
          </p:txBody>
        </p:sp>
      </p:grpSp>
    </p:spTree>
    <p:extLst>
      <p:ext uri="{BB962C8B-B14F-4D97-AF65-F5344CB8AC3E}">
        <p14:creationId xmlns:p14="http://schemas.microsoft.com/office/powerpoint/2010/main" val="11403078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1" name="Grup 10"/>
          <p:cNvGrpSpPr/>
          <p:nvPr/>
        </p:nvGrpSpPr>
        <p:grpSpPr>
          <a:xfrm>
            <a:off x="816172" y="1004661"/>
            <a:ext cx="7512076" cy="425749"/>
            <a:chOff x="0" y="37418"/>
            <a:chExt cx="7309418" cy="429218"/>
          </a:xfrm>
        </p:grpSpPr>
        <p:sp>
          <p:nvSpPr>
            <p:cNvPr id="12" name="Yuvarlatılmış Dikdörtgen 11"/>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13" name="Yuvarlatılmış Dikdörtgen 4"/>
            <p:cNvSpPr txBox="1"/>
            <p:nvPr/>
          </p:nvSpPr>
          <p:spPr>
            <a:xfrm>
              <a:off x="20952" y="58370"/>
              <a:ext cx="7288466" cy="408266"/>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defTabSz="1066800">
                <a:lnSpc>
                  <a:spcPct val="90000"/>
                </a:lnSpc>
                <a:spcBef>
                  <a:spcPct val="0"/>
                </a:spcBef>
                <a:spcAft>
                  <a:spcPct val="35000"/>
                </a:spcAft>
                <a:defRPr/>
              </a:pPr>
              <a:r>
                <a:rPr lang="tr-TR" sz="2400" b="1" dirty="0"/>
                <a:t>Mavi Bayrak Denetimleri Puan Hesaplama Yöntemi</a:t>
              </a:r>
              <a:endParaRPr kumimoji="0" lang="tr-TR" sz="2400" b="1" i="0" u="none" strike="noStrike" kern="1200" cap="none" spc="0" normalizeH="0" baseline="0" noProof="0" dirty="0">
                <a:ln>
                  <a:noFill/>
                </a:ln>
                <a:solidFill>
                  <a:prstClr val="white"/>
                </a:solidFill>
                <a:effectLst/>
                <a:uLnTx/>
                <a:uFillTx/>
                <a:latin typeface="Calibri"/>
                <a:ea typeface="+mn-ea"/>
                <a:cs typeface="+mn-cs"/>
              </a:endParaRPr>
            </a:p>
          </p:txBody>
        </p:sp>
      </p:grpSp>
      <p:sp>
        <p:nvSpPr>
          <p:cNvPr id="15" name="Metin kutusu 14">
            <a:extLst>
              <a:ext uri="{FF2B5EF4-FFF2-40B4-BE49-F238E27FC236}">
                <a16:creationId xmlns:a16="http://schemas.microsoft.com/office/drawing/2014/main" id="{71DD8024-3736-4D56-808A-503692B51DF1}"/>
              </a:ext>
            </a:extLst>
          </p:cNvPr>
          <p:cNvSpPr txBox="1"/>
          <p:nvPr/>
        </p:nvSpPr>
        <p:spPr>
          <a:xfrm>
            <a:off x="695400" y="1475492"/>
            <a:ext cx="7326442" cy="369332"/>
          </a:xfrm>
          <a:prstGeom prst="rect">
            <a:avLst/>
          </a:prstGeom>
          <a:noFill/>
        </p:spPr>
        <p:txBody>
          <a:bodyPr wrap="square" rtlCol="0">
            <a:spAutoFit/>
          </a:bodyPr>
          <a:lstStyle/>
          <a:p>
            <a:pPr marL="285750" lvl="0" indent="-285750">
              <a:buFont typeface="Arial" panose="020B0604020202020204" pitchFamily="34" charset="0"/>
              <a:buChar char="•"/>
            </a:pPr>
            <a:r>
              <a:rPr lang="tr-TR" dirty="0"/>
              <a:t>Üniteler,  saha ve ofis olarak 2 ayrı grupta değerlendirilecektir.</a:t>
            </a:r>
          </a:p>
        </p:txBody>
      </p:sp>
      <p:graphicFrame>
        <p:nvGraphicFramePr>
          <p:cNvPr id="19" name="Diyagram 18">
            <a:extLst>
              <a:ext uri="{FF2B5EF4-FFF2-40B4-BE49-F238E27FC236}">
                <a16:creationId xmlns:a16="http://schemas.microsoft.com/office/drawing/2014/main" id="{3FDE3CE4-EED9-43DC-9E67-940FDCB1EDF3}"/>
              </a:ext>
            </a:extLst>
          </p:cNvPr>
          <p:cNvGraphicFramePr/>
          <p:nvPr>
            <p:extLst>
              <p:ext uri="{D42A27DB-BD31-4B8C-83A1-F6EECF244321}">
                <p14:modId xmlns:p14="http://schemas.microsoft.com/office/powerpoint/2010/main" val="213956674"/>
              </p:ext>
            </p:extLst>
          </p:nvPr>
        </p:nvGraphicFramePr>
        <p:xfrm>
          <a:off x="126956" y="1919138"/>
          <a:ext cx="9713460" cy="483979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graphicFrame>
        <p:nvGraphicFramePr>
          <p:cNvPr id="20" name="Tablo 19">
            <a:extLst>
              <a:ext uri="{FF2B5EF4-FFF2-40B4-BE49-F238E27FC236}">
                <a16:creationId xmlns:a16="http://schemas.microsoft.com/office/drawing/2014/main" id="{D61E603C-102C-4B34-AD38-EB83E63CE217}"/>
              </a:ext>
            </a:extLst>
          </p:cNvPr>
          <p:cNvGraphicFramePr>
            <a:graphicFrameLocks noGrp="1"/>
          </p:cNvGraphicFramePr>
          <p:nvPr>
            <p:extLst>
              <p:ext uri="{D42A27DB-BD31-4B8C-83A1-F6EECF244321}">
                <p14:modId xmlns:p14="http://schemas.microsoft.com/office/powerpoint/2010/main" val="2949146028"/>
              </p:ext>
            </p:extLst>
          </p:nvPr>
        </p:nvGraphicFramePr>
        <p:xfrm>
          <a:off x="9984432" y="1015006"/>
          <a:ext cx="2110427" cy="2980416"/>
        </p:xfrm>
        <a:graphic>
          <a:graphicData uri="http://schemas.openxmlformats.org/drawingml/2006/table">
            <a:tbl>
              <a:tblPr/>
              <a:tblGrid>
                <a:gridCol w="1009335">
                  <a:extLst>
                    <a:ext uri="{9D8B030D-6E8A-4147-A177-3AD203B41FA5}">
                      <a16:colId xmlns:a16="http://schemas.microsoft.com/office/drawing/2014/main" val="1507983100"/>
                    </a:ext>
                  </a:extLst>
                </a:gridCol>
                <a:gridCol w="1101092">
                  <a:extLst>
                    <a:ext uri="{9D8B030D-6E8A-4147-A177-3AD203B41FA5}">
                      <a16:colId xmlns:a16="http://schemas.microsoft.com/office/drawing/2014/main" val="2352286709"/>
                    </a:ext>
                  </a:extLst>
                </a:gridCol>
              </a:tblGrid>
              <a:tr h="526776">
                <a:tc gridSpan="2">
                  <a:txBody>
                    <a:bodyPr/>
                    <a:lstStyle/>
                    <a:p>
                      <a:pPr algn="ctr" rtl="0" fontAlgn="ctr"/>
                      <a:r>
                        <a:rPr lang="tr-TR" sz="1200" b="1" i="0" u="none" strike="noStrike" dirty="0" err="1">
                          <a:solidFill>
                            <a:srgbClr val="FFFFFF"/>
                          </a:solidFill>
                          <a:effectLst/>
                          <a:latin typeface="Calibri" panose="020F0502020204030204" pitchFamily="34" charset="0"/>
                        </a:rPr>
                        <a:t>Başmühendislik</a:t>
                      </a:r>
                      <a:r>
                        <a:rPr lang="tr-TR" sz="1200" b="1" i="0" u="none" strike="noStrike" dirty="0">
                          <a:solidFill>
                            <a:srgbClr val="FFFFFF"/>
                          </a:solidFill>
                          <a:effectLst/>
                          <a:latin typeface="Calibri" panose="020F0502020204030204" pitchFamily="34" charset="0"/>
                        </a:rPr>
                        <a:t> Uygunsuzluk Puanı – Saha Üniteleri</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hMerge="1">
                  <a:txBody>
                    <a:bodyPr/>
                    <a:lstStyle/>
                    <a:p>
                      <a:endParaRPr lang="tr-TR"/>
                    </a:p>
                  </a:txBody>
                  <a:tcPr/>
                </a:tc>
                <a:extLst>
                  <a:ext uri="{0D108BD9-81ED-4DB2-BD59-A6C34878D82A}">
                    <a16:rowId xmlns:a16="http://schemas.microsoft.com/office/drawing/2014/main" val="3988656159"/>
                  </a:ext>
                </a:extLst>
              </a:tr>
              <a:tr h="352909">
                <a:tc>
                  <a:txBody>
                    <a:bodyPr/>
                    <a:lstStyle/>
                    <a:p>
                      <a:pPr algn="ctr" rtl="0" fontAlgn="ctr"/>
                      <a:r>
                        <a:rPr lang="tr-TR" sz="1200" b="1" i="0" u="none" strike="noStrike" dirty="0">
                          <a:solidFill>
                            <a:srgbClr val="000000"/>
                          </a:solidFill>
                          <a:effectLst/>
                          <a:latin typeface="Calibri" panose="020F0502020204030204" pitchFamily="34" charset="0"/>
                        </a:rPr>
                        <a:t>Uygunsuzluk Sayısı</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r>
                        <a:rPr lang="tr-TR" sz="1200" b="1" i="0" u="none" strike="noStrike" dirty="0">
                          <a:solidFill>
                            <a:srgbClr val="000000"/>
                          </a:solidFill>
                          <a:effectLst/>
                          <a:latin typeface="Calibri" panose="020F0502020204030204" pitchFamily="34" charset="0"/>
                        </a:rPr>
                        <a:t>Uygunsuzluk Puanı</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4045035745"/>
                  </a:ext>
                </a:extLst>
              </a:tr>
              <a:tr h="179042">
                <a:tc>
                  <a:txBody>
                    <a:bodyPr/>
                    <a:lstStyle/>
                    <a:p>
                      <a:pPr algn="ctr" rtl="0" fontAlgn="ctr"/>
                      <a:r>
                        <a:rPr lang="tr-TR" sz="1200" b="1" i="0" u="none" strike="noStrike">
                          <a:solidFill>
                            <a:srgbClr val="000000"/>
                          </a:solidFill>
                          <a:effectLst/>
                          <a:latin typeface="Calibri" panose="020F0502020204030204" pitchFamily="34" charset="0"/>
                        </a:rPr>
                        <a:t>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100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427904476"/>
                  </a:ext>
                </a:extLst>
              </a:tr>
              <a:tr h="179042">
                <a:tc>
                  <a:txBody>
                    <a:bodyPr/>
                    <a:lstStyle/>
                    <a:p>
                      <a:pPr algn="ctr" rtl="0" fontAlgn="ctr"/>
                      <a:r>
                        <a:rPr lang="tr-TR" sz="1200" b="1" i="0" u="none" strike="noStrike">
                          <a:solidFill>
                            <a:srgbClr val="000000"/>
                          </a:solidFill>
                          <a:effectLst/>
                          <a:latin typeface="Calibri" panose="020F0502020204030204" pitchFamily="34" charset="0"/>
                        </a:rPr>
                        <a:t>10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95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807027851"/>
                  </a:ext>
                </a:extLst>
              </a:tr>
              <a:tr h="179042">
                <a:tc>
                  <a:txBody>
                    <a:bodyPr/>
                    <a:lstStyle/>
                    <a:p>
                      <a:pPr algn="ctr" rtl="0" fontAlgn="ctr"/>
                      <a:r>
                        <a:rPr lang="tr-TR" sz="1200" b="1" i="0" u="none" strike="noStrike">
                          <a:solidFill>
                            <a:srgbClr val="000000"/>
                          </a:solidFill>
                          <a:effectLst/>
                          <a:latin typeface="Calibri" panose="020F0502020204030204" pitchFamily="34" charset="0"/>
                        </a:rPr>
                        <a:t>20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90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104301711"/>
                  </a:ext>
                </a:extLst>
              </a:tr>
              <a:tr h="179042">
                <a:tc>
                  <a:txBody>
                    <a:bodyPr/>
                    <a:lstStyle/>
                    <a:p>
                      <a:pPr algn="ctr" rtl="0" fontAlgn="ctr"/>
                      <a:r>
                        <a:rPr lang="tr-TR" sz="1200" b="1" i="0" u="none" strike="noStrike">
                          <a:solidFill>
                            <a:srgbClr val="000000"/>
                          </a:solidFill>
                          <a:effectLst/>
                          <a:latin typeface="Calibri" panose="020F0502020204030204" pitchFamily="34" charset="0"/>
                        </a:rPr>
                        <a:t>30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85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3949356006"/>
                  </a:ext>
                </a:extLst>
              </a:tr>
              <a:tr h="179042">
                <a:tc>
                  <a:txBody>
                    <a:bodyPr/>
                    <a:lstStyle/>
                    <a:p>
                      <a:pPr algn="ctr" rtl="0" fontAlgn="ctr"/>
                      <a:r>
                        <a:rPr lang="tr-TR" sz="1200" b="1" i="0" u="none" strike="noStrike">
                          <a:solidFill>
                            <a:srgbClr val="000000"/>
                          </a:solidFill>
                          <a:effectLst/>
                          <a:latin typeface="Calibri" panose="020F0502020204030204" pitchFamily="34" charset="0"/>
                        </a:rPr>
                        <a:t>40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80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828229648"/>
                  </a:ext>
                </a:extLst>
              </a:tr>
              <a:tr h="179042">
                <a:tc>
                  <a:txBody>
                    <a:bodyPr/>
                    <a:lstStyle/>
                    <a:p>
                      <a:pPr algn="ctr" rtl="0" fontAlgn="ctr"/>
                      <a:r>
                        <a:rPr lang="tr-TR" sz="1200" b="1" i="0" u="none" strike="noStrike">
                          <a:solidFill>
                            <a:srgbClr val="000000"/>
                          </a:solidFill>
                          <a:effectLst/>
                          <a:latin typeface="Calibri" panose="020F0502020204030204" pitchFamily="34" charset="0"/>
                        </a:rPr>
                        <a:t>50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75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4229257284"/>
                  </a:ext>
                </a:extLst>
              </a:tr>
              <a:tr h="179042">
                <a:tc>
                  <a:txBody>
                    <a:bodyPr/>
                    <a:lstStyle/>
                    <a:p>
                      <a:pPr algn="ctr" rtl="0" fontAlgn="ctr"/>
                      <a:r>
                        <a:rPr lang="tr-TR" sz="1200" b="1" i="0" u="none" strike="noStrike">
                          <a:solidFill>
                            <a:srgbClr val="000000"/>
                          </a:solidFill>
                          <a:effectLst/>
                          <a:latin typeface="Calibri" panose="020F0502020204030204" pitchFamily="34" charset="0"/>
                        </a:rPr>
                        <a:t>60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70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342997552"/>
                  </a:ext>
                </a:extLst>
              </a:tr>
              <a:tr h="179042">
                <a:tc>
                  <a:txBody>
                    <a:bodyPr/>
                    <a:lstStyle/>
                    <a:p>
                      <a:pPr algn="ctr" rtl="0" fontAlgn="ctr"/>
                      <a:r>
                        <a:rPr lang="tr-TR" sz="1200" b="1" i="0" u="none" strike="noStrike">
                          <a:solidFill>
                            <a:srgbClr val="000000"/>
                          </a:solidFill>
                          <a:effectLst/>
                          <a:latin typeface="Calibri" panose="020F0502020204030204" pitchFamily="34" charset="0"/>
                        </a:rPr>
                        <a:t>70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65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461341125"/>
                  </a:ext>
                </a:extLst>
              </a:tr>
              <a:tr h="179042">
                <a:tc>
                  <a:txBody>
                    <a:bodyPr/>
                    <a:lstStyle/>
                    <a:p>
                      <a:pPr algn="ctr" rtl="0" fontAlgn="ctr"/>
                      <a:r>
                        <a:rPr lang="tr-TR" sz="1200" b="1" i="0" u="none" strike="noStrike">
                          <a:solidFill>
                            <a:srgbClr val="000000"/>
                          </a:solidFill>
                          <a:effectLst/>
                          <a:latin typeface="Calibri" panose="020F0502020204030204" pitchFamily="34" charset="0"/>
                        </a:rPr>
                        <a:t>80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60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116702260"/>
                  </a:ext>
                </a:extLst>
              </a:tr>
              <a:tr h="179042">
                <a:tc>
                  <a:txBody>
                    <a:bodyPr/>
                    <a:lstStyle/>
                    <a:p>
                      <a:pPr algn="ctr" rtl="0" fontAlgn="ctr"/>
                      <a:r>
                        <a:rPr lang="tr-TR" sz="1200" b="1" i="0" u="none" strike="noStrike">
                          <a:solidFill>
                            <a:srgbClr val="000000"/>
                          </a:solidFill>
                          <a:effectLst/>
                          <a:latin typeface="Calibri" panose="020F0502020204030204" pitchFamily="34" charset="0"/>
                        </a:rPr>
                        <a:t>90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55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138040612"/>
                  </a:ext>
                </a:extLst>
              </a:tr>
              <a:tr h="179042">
                <a:tc>
                  <a:txBody>
                    <a:bodyPr/>
                    <a:lstStyle/>
                    <a:p>
                      <a:pPr algn="ctr" rtl="0" fontAlgn="ctr"/>
                      <a:r>
                        <a:rPr lang="tr-TR" sz="1200" b="1" i="0" u="none" strike="noStrike">
                          <a:solidFill>
                            <a:srgbClr val="000000"/>
                          </a:solidFill>
                          <a:effectLst/>
                          <a:latin typeface="Calibri" panose="020F0502020204030204" pitchFamily="34" charset="0"/>
                        </a:rPr>
                        <a:t>100 ve üzeri</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dirty="0">
                          <a:solidFill>
                            <a:srgbClr val="000000"/>
                          </a:solidFill>
                          <a:effectLst/>
                          <a:latin typeface="Calibri" panose="020F0502020204030204" pitchFamily="34" charset="0"/>
                        </a:rPr>
                        <a:t>50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681379658"/>
                  </a:ext>
                </a:extLst>
              </a:tr>
            </a:tbl>
          </a:graphicData>
        </a:graphic>
      </p:graphicFrame>
      <p:sp>
        <p:nvSpPr>
          <p:cNvPr id="16" name="Title 1"/>
          <p:cNvSpPr>
            <a:spLocks noGrp="1"/>
          </p:cNvSpPr>
          <p:nvPr>
            <p:ph type="title"/>
          </p:nvPr>
        </p:nvSpPr>
        <p:spPr>
          <a:xfrm>
            <a:off x="831972" y="300834"/>
            <a:ext cx="8544416" cy="522000"/>
          </a:xfrm>
        </p:spPr>
        <p:txBody>
          <a:bodyPr>
            <a:normAutofit/>
          </a:bodyPr>
          <a:lstStyle/>
          <a:p>
            <a:r>
              <a:rPr lang="tr-TR" dirty="0">
                <a:latin typeface="Cambria" panose="02040503050406030204" pitchFamily="18" charset="0"/>
              </a:rPr>
              <a:t>3. Denetim ve Değerlendirmeler 2023</a:t>
            </a:r>
          </a:p>
        </p:txBody>
      </p:sp>
      <p:graphicFrame>
        <p:nvGraphicFramePr>
          <p:cNvPr id="3" name="Tablo 2"/>
          <p:cNvGraphicFramePr>
            <a:graphicFrameLocks noGrp="1"/>
          </p:cNvGraphicFramePr>
          <p:nvPr>
            <p:extLst>
              <p:ext uri="{D42A27DB-BD31-4B8C-83A1-F6EECF244321}">
                <p14:modId xmlns:p14="http://schemas.microsoft.com/office/powerpoint/2010/main" val="316877105"/>
              </p:ext>
            </p:extLst>
          </p:nvPr>
        </p:nvGraphicFramePr>
        <p:xfrm>
          <a:off x="9934619" y="4149080"/>
          <a:ext cx="2160240" cy="2609850"/>
        </p:xfrm>
        <a:graphic>
          <a:graphicData uri="http://schemas.openxmlformats.org/drawingml/2006/table">
            <a:tbl>
              <a:tblPr/>
              <a:tblGrid>
                <a:gridCol w="1143000">
                  <a:extLst>
                    <a:ext uri="{9D8B030D-6E8A-4147-A177-3AD203B41FA5}">
                      <a16:colId xmlns:a16="http://schemas.microsoft.com/office/drawing/2014/main" val="1241631640"/>
                    </a:ext>
                  </a:extLst>
                </a:gridCol>
                <a:gridCol w="1017240">
                  <a:extLst>
                    <a:ext uri="{9D8B030D-6E8A-4147-A177-3AD203B41FA5}">
                      <a16:colId xmlns:a16="http://schemas.microsoft.com/office/drawing/2014/main" val="3284534079"/>
                    </a:ext>
                  </a:extLst>
                </a:gridCol>
              </a:tblGrid>
              <a:tr h="787400">
                <a:tc gridSpan="2">
                  <a:txBody>
                    <a:bodyPr/>
                    <a:lstStyle/>
                    <a:p>
                      <a:pPr algn="ctr" rtl="0" fontAlgn="ctr"/>
                      <a:r>
                        <a:rPr lang="tr-TR" sz="1200" b="1" i="0" u="none" strike="noStrike" dirty="0">
                          <a:solidFill>
                            <a:srgbClr val="F6263A"/>
                          </a:solidFill>
                          <a:effectLst/>
                          <a:latin typeface="Calibri" panose="020F0502020204030204" pitchFamily="34" charset="0"/>
                        </a:rPr>
                        <a:t>Müdürlük Uygunsuzluk Puanı – Ofis Üniteleri</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4F81BD"/>
                    </a:solidFill>
                  </a:tcPr>
                </a:tc>
                <a:tc hMerge="1">
                  <a:txBody>
                    <a:bodyPr/>
                    <a:lstStyle/>
                    <a:p>
                      <a:endParaRPr lang="tr-TR"/>
                    </a:p>
                  </a:txBody>
                  <a:tcPr/>
                </a:tc>
                <a:extLst>
                  <a:ext uri="{0D108BD9-81ED-4DB2-BD59-A6C34878D82A}">
                    <a16:rowId xmlns:a16="http://schemas.microsoft.com/office/drawing/2014/main" val="1677062895"/>
                  </a:ext>
                </a:extLst>
              </a:tr>
              <a:tr h="603250">
                <a:tc>
                  <a:txBody>
                    <a:bodyPr/>
                    <a:lstStyle/>
                    <a:p>
                      <a:pPr algn="ctr" rtl="0" fontAlgn="ctr"/>
                      <a:r>
                        <a:rPr lang="tr-TR" sz="1200" b="1" i="0" u="none" strike="noStrike">
                          <a:solidFill>
                            <a:srgbClr val="000000"/>
                          </a:solidFill>
                          <a:effectLst/>
                          <a:latin typeface="Calibri" panose="020F0502020204030204" pitchFamily="34" charset="0"/>
                        </a:rPr>
                        <a:t>Uygunsuzluk Sayısı</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tc>
                  <a:txBody>
                    <a:bodyPr/>
                    <a:lstStyle/>
                    <a:p>
                      <a:pPr algn="ctr" rtl="0" fontAlgn="ctr"/>
                      <a:r>
                        <a:rPr lang="tr-TR" sz="1200" b="1" i="0" u="none" strike="noStrike">
                          <a:solidFill>
                            <a:srgbClr val="000000"/>
                          </a:solidFill>
                          <a:effectLst/>
                          <a:latin typeface="Calibri" panose="020F0502020204030204" pitchFamily="34" charset="0"/>
                        </a:rPr>
                        <a:t>Uygunsuzluk Puanı</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338118960"/>
                  </a:ext>
                </a:extLst>
              </a:tr>
              <a:tr h="203200">
                <a:tc>
                  <a:txBody>
                    <a:bodyPr/>
                    <a:lstStyle/>
                    <a:p>
                      <a:pPr algn="ctr" rtl="0" fontAlgn="ctr"/>
                      <a:r>
                        <a:rPr lang="tr-TR" sz="1200" b="1" i="0" u="none" strike="noStrike">
                          <a:solidFill>
                            <a:srgbClr val="000000"/>
                          </a:solidFill>
                          <a:effectLst/>
                          <a:latin typeface="Calibri" panose="020F0502020204030204" pitchFamily="34" charset="0"/>
                        </a:rPr>
                        <a:t>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100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3806047441"/>
                  </a:ext>
                </a:extLst>
              </a:tr>
              <a:tr h="203200">
                <a:tc>
                  <a:txBody>
                    <a:bodyPr/>
                    <a:lstStyle/>
                    <a:p>
                      <a:pPr algn="ctr" rtl="0" fontAlgn="ctr"/>
                      <a:r>
                        <a:rPr lang="tr-TR" sz="1200" b="1" i="0" u="none" strike="noStrike">
                          <a:solidFill>
                            <a:srgbClr val="000000"/>
                          </a:solidFill>
                          <a:effectLst/>
                          <a:latin typeface="Calibri" panose="020F0502020204030204" pitchFamily="34" charset="0"/>
                        </a:rPr>
                        <a:t>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90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2935053715"/>
                  </a:ext>
                </a:extLst>
              </a:tr>
              <a:tr h="203200">
                <a:tc>
                  <a:txBody>
                    <a:bodyPr/>
                    <a:lstStyle/>
                    <a:p>
                      <a:pPr algn="ctr" rtl="0" fontAlgn="ctr"/>
                      <a:r>
                        <a:rPr lang="tr-TR" sz="1200" b="1" i="0" u="none" strike="noStrike">
                          <a:solidFill>
                            <a:srgbClr val="000000"/>
                          </a:solidFill>
                          <a:effectLst/>
                          <a:latin typeface="Calibri" panose="020F0502020204030204" pitchFamily="34" charset="0"/>
                        </a:rPr>
                        <a:t>10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dirty="0">
                          <a:solidFill>
                            <a:srgbClr val="000000"/>
                          </a:solidFill>
                          <a:effectLst/>
                          <a:latin typeface="Calibri" panose="020F0502020204030204" pitchFamily="34" charset="0"/>
                        </a:rPr>
                        <a:t>80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1565711989"/>
                  </a:ext>
                </a:extLst>
              </a:tr>
              <a:tr h="203200">
                <a:tc>
                  <a:txBody>
                    <a:bodyPr/>
                    <a:lstStyle/>
                    <a:p>
                      <a:pPr algn="ctr" rtl="0" fontAlgn="ctr"/>
                      <a:r>
                        <a:rPr lang="tr-TR" sz="1200" b="1" i="0" u="none" strike="noStrike">
                          <a:solidFill>
                            <a:srgbClr val="000000"/>
                          </a:solidFill>
                          <a:effectLst/>
                          <a:latin typeface="Calibri" panose="020F0502020204030204" pitchFamily="34" charset="0"/>
                        </a:rPr>
                        <a:t>15</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70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644804687"/>
                  </a:ext>
                </a:extLst>
              </a:tr>
              <a:tr h="203200">
                <a:tc>
                  <a:txBody>
                    <a:bodyPr/>
                    <a:lstStyle/>
                    <a:p>
                      <a:pPr algn="ctr" rtl="0" fontAlgn="ctr"/>
                      <a:r>
                        <a:rPr lang="tr-TR" sz="1200" b="1" i="0" u="none" strike="noStrike">
                          <a:solidFill>
                            <a:srgbClr val="000000"/>
                          </a:solidFill>
                          <a:effectLst/>
                          <a:latin typeface="Calibri" panose="020F0502020204030204" pitchFamily="34" charset="0"/>
                        </a:rPr>
                        <a:t>20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a:solidFill>
                            <a:srgbClr val="000000"/>
                          </a:solidFill>
                          <a:effectLst/>
                          <a:latin typeface="Calibri" panose="020F0502020204030204" pitchFamily="34" charset="0"/>
                        </a:rPr>
                        <a:t>60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extLst>
                  <a:ext uri="{0D108BD9-81ED-4DB2-BD59-A6C34878D82A}">
                    <a16:rowId xmlns:a16="http://schemas.microsoft.com/office/drawing/2014/main" val="1319785143"/>
                  </a:ext>
                </a:extLst>
              </a:tr>
              <a:tr h="203200">
                <a:tc>
                  <a:txBody>
                    <a:bodyPr/>
                    <a:lstStyle/>
                    <a:p>
                      <a:pPr algn="ctr" rtl="0" fontAlgn="ctr"/>
                      <a:r>
                        <a:rPr lang="tr-TR" sz="1200" b="1" i="0" u="none" strike="noStrike">
                          <a:solidFill>
                            <a:srgbClr val="000000"/>
                          </a:solidFill>
                          <a:effectLst/>
                          <a:latin typeface="Calibri" panose="020F0502020204030204" pitchFamily="34" charset="0"/>
                        </a:rPr>
                        <a:t>25 ve üzeri</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E9EDF4"/>
                    </a:solidFill>
                  </a:tcPr>
                </a:tc>
                <a:tc>
                  <a:txBody>
                    <a:bodyPr/>
                    <a:lstStyle/>
                    <a:p>
                      <a:pPr algn="ctr" rtl="0" fontAlgn="ctr"/>
                      <a:r>
                        <a:rPr lang="tr-TR" sz="1200" b="1" i="0" u="none" strike="noStrike" dirty="0">
                          <a:solidFill>
                            <a:srgbClr val="000000"/>
                          </a:solidFill>
                          <a:effectLst/>
                          <a:latin typeface="Calibri" panose="020F0502020204030204" pitchFamily="34" charset="0"/>
                        </a:rPr>
                        <a:t>50</a:t>
                      </a:r>
                    </a:p>
                  </a:txBody>
                  <a:tcPr marL="6350" marR="6350" marT="6350"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D0D8E8"/>
                    </a:solidFill>
                  </a:tcPr>
                </a:tc>
                <a:extLst>
                  <a:ext uri="{0D108BD9-81ED-4DB2-BD59-A6C34878D82A}">
                    <a16:rowId xmlns:a16="http://schemas.microsoft.com/office/drawing/2014/main" val="993790908"/>
                  </a:ext>
                </a:extLst>
              </a:tr>
            </a:tbl>
          </a:graphicData>
        </a:graphic>
      </p:graphicFrame>
      <p:sp>
        <p:nvSpPr>
          <p:cNvPr id="2" name="Metin kutusu 1">
            <a:extLst>
              <a:ext uri="{FF2B5EF4-FFF2-40B4-BE49-F238E27FC236}">
                <a16:creationId xmlns:a16="http://schemas.microsoft.com/office/drawing/2014/main" id="{1F1DC063-EFF1-4542-BBAB-A217592C4A8C}"/>
              </a:ext>
            </a:extLst>
          </p:cNvPr>
          <p:cNvSpPr txBox="1"/>
          <p:nvPr/>
        </p:nvSpPr>
        <p:spPr>
          <a:xfrm>
            <a:off x="1991544" y="5685746"/>
            <a:ext cx="6655432" cy="830997"/>
          </a:xfrm>
          <a:prstGeom prst="rect">
            <a:avLst/>
          </a:prstGeom>
          <a:noFill/>
        </p:spPr>
        <p:txBody>
          <a:bodyPr wrap="square" rtlCol="0">
            <a:spAutoFit/>
          </a:bodyPr>
          <a:lstStyle/>
          <a:p>
            <a:pPr algn="just"/>
            <a:r>
              <a:rPr lang="tr-TR" sz="1600" b="1" i="1" dirty="0"/>
              <a:t>Not: Uygunsuzluk sayısı üzerinden yapılan hesaplamada her bir aralık için </a:t>
            </a:r>
            <a:r>
              <a:rPr lang="tr-TR" sz="1600" b="1" i="1" dirty="0" err="1"/>
              <a:t>enterpolasyon</a:t>
            </a:r>
            <a:r>
              <a:rPr lang="tr-TR" sz="1600" b="1" i="1" dirty="0"/>
              <a:t> yöntemi uygulanacak olup, her uygunsuzluk sayısının puanı farklı olacaktır.</a:t>
            </a:r>
          </a:p>
        </p:txBody>
      </p:sp>
    </p:spTree>
    <p:extLst>
      <p:ext uri="{BB962C8B-B14F-4D97-AF65-F5344CB8AC3E}">
        <p14:creationId xmlns:p14="http://schemas.microsoft.com/office/powerpoint/2010/main" val="94542299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Grup 3">
            <a:extLst>
              <a:ext uri="{FF2B5EF4-FFF2-40B4-BE49-F238E27FC236}">
                <a16:creationId xmlns:a16="http://schemas.microsoft.com/office/drawing/2014/main" id="{EA791942-C59A-442F-85F1-935ADF8B4179}"/>
              </a:ext>
            </a:extLst>
          </p:cNvPr>
          <p:cNvGrpSpPr/>
          <p:nvPr/>
        </p:nvGrpSpPr>
        <p:grpSpPr>
          <a:xfrm>
            <a:off x="831972" y="980728"/>
            <a:ext cx="3751860" cy="429218"/>
            <a:chOff x="0" y="37418"/>
            <a:chExt cx="7128792" cy="429218"/>
          </a:xfrm>
        </p:grpSpPr>
        <p:sp>
          <p:nvSpPr>
            <p:cNvPr id="5" name="Yuvarlatılmış Dikdörtgen 4">
              <a:extLst>
                <a:ext uri="{FF2B5EF4-FFF2-40B4-BE49-F238E27FC236}">
                  <a16:creationId xmlns:a16="http://schemas.microsoft.com/office/drawing/2014/main" id="{0F2CA874-25D0-43F5-B8D8-323F7ADB34D9}"/>
                </a:ext>
              </a:extLst>
            </p:cNvPr>
            <p:cNvSpPr/>
            <p:nvPr/>
          </p:nvSpPr>
          <p:spPr>
            <a:xfrm>
              <a:off x="0" y="37418"/>
              <a:ext cx="7128792" cy="429218"/>
            </a:xfrm>
            <a:prstGeom prst="roundRect">
              <a:avLst/>
            </a:prstGeom>
          </p:spPr>
          <p:style>
            <a:lnRef idx="0">
              <a:schemeClr val="lt1">
                <a:hueOff val="0"/>
                <a:satOff val="0"/>
                <a:lumOff val="0"/>
                <a:alphaOff val="0"/>
              </a:schemeClr>
            </a:lnRef>
            <a:fillRef idx="3">
              <a:schemeClr val="accent1">
                <a:hueOff val="0"/>
                <a:satOff val="0"/>
                <a:lumOff val="0"/>
                <a:alphaOff val="0"/>
              </a:schemeClr>
            </a:fillRef>
            <a:effectRef idx="3">
              <a:schemeClr val="accent1">
                <a:hueOff val="0"/>
                <a:satOff val="0"/>
                <a:lumOff val="0"/>
                <a:alphaOff val="0"/>
              </a:schemeClr>
            </a:effectRef>
            <a:fontRef idx="minor">
              <a:schemeClr val="lt1"/>
            </a:fontRef>
          </p:style>
        </p:sp>
        <p:sp>
          <p:nvSpPr>
            <p:cNvPr id="7" name="Yuvarlatılmış Dikdörtgen 4">
              <a:extLst>
                <a:ext uri="{FF2B5EF4-FFF2-40B4-BE49-F238E27FC236}">
                  <a16:creationId xmlns:a16="http://schemas.microsoft.com/office/drawing/2014/main" id="{633F429D-90AD-4784-AF28-8F7261C30806}"/>
                </a:ext>
              </a:extLst>
            </p:cNvPr>
            <p:cNvSpPr txBox="1"/>
            <p:nvPr/>
          </p:nvSpPr>
          <p:spPr>
            <a:xfrm>
              <a:off x="20953" y="58371"/>
              <a:ext cx="7086886" cy="387312"/>
            </a:xfrm>
            <a:prstGeom prst="rect">
              <a:avLst/>
            </a:prstGeom>
          </p:spPr>
          <p:style>
            <a:lnRef idx="0">
              <a:scrgbClr r="0" g="0" b="0"/>
            </a:lnRef>
            <a:fillRef idx="0">
              <a:scrgbClr r="0" g="0" b="0"/>
            </a:fillRef>
            <a:effectRef idx="0">
              <a:scrgbClr r="0" g="0" b="0"/>
            </a:effectRef>
            <a:fontRef idx="minor">
              <a:schemeClr val="lt1"/>
            </a:fontRef>
          </p:style>
          <p:txBody>
            <a:bodyPr spcFirstLastPara="0" vert="horz" wrap="square" lIns="91440" tIns="91440" rIns="91440" bIns="91440" numCol="1" spcCol="1270" anchor="ctr" anchorCtr="0">
              <a:noAutofit/>
            </a:bodyPr>
            <a:lstStyle/>
            <a:p>
              <a:pPr lvl="0" defTabSz="1066800">
                <a:lnSpc>
                  <a:spcPct val="90000"/>
                </a:lnSpc>
                <a:spcBef>
                  <a:spcPct val="0"/>
                </a:spcBef>
                <a:spcAft>
                  <a:spcPct val="35000"/>
                </a:spcAft>
                <a:defRPr/>
              </a:pPr>
              <a:r>
                <a:rPr lang="tr-TR" sz="2400" b="1" dirty="0">
                  <a:solidFill>
                    <a:prstClr val="white"/>
                  </a:solidFill>
                  <a:latin typeface="Calibri"/>
                </a:rPr>
                <a:t>Saha</a:t>
              </a:r>
              <a:r>
                <a:rPr kumimoji="0" lang="tr-TR" sz="2400" b="1" i="0" u="none" strike="noStrike" kern="1200" cap="none" spc="0" normalizeH="0" baseline="0" noProof="0" dirty="0">
                  <a:ln>
                    <a:noFill/>
                  </a:ln>
                  <a:solidFill>
                    <a:prstClr val="white"/>
                  </a:solidFill>
                  <a:effectLst/>
                  <a:uLnTx/>
                  <a:uFillTx/>
                  <a:latin typeface="Calibri"/>
                  <a:ea typeface="+mn-ea"/>
                  <a:cs typeface="+mn-cs"/>
                </a:rPr>
                <a:t> ve Ofis Üniteleri</a:t>
              </a:r>
            </a:p>
          </p:txBody>
        </p:sp>
      </p:grpSp>
      <p:graphicFrame>
        <p:nvGraphicFramePr>
          <p:cNvPr id="11" name="Tablo 10">
            <a:extLst>
              <a:ext uri="{FF2B5EF4-FFF2-40B4-BE49-F238E27FC236}">
                <a16:creationId xmlns:a16="http://schemas.microsoft.com/office/drawing/2014/main" id="{89E47DC1-9640-4796-82B0-39803C8F3DDE}"/>
              </a:ext>
            </a:extLst>
          </p:cNvPr>
          <p:cNvGraphicFramePr>
            <a:graphicFrameLocks noGrp="1"/>
          </p:cNvGraphicFramePr>
          <p:nvPr>
            <p:extLst>
              <p:ext uri="{D42A27DB-BD31-4B8C-83A1-F6EECF244321}">
                <p14:modId xmlns:p14="http://schemas.microsoft.com/office/powerpoint/2010/main" val="3742418112"/>
              </p:ext>
            </p:extLst>
          </p:nvPr>
        </p:nvGraphicFramePr>
        <p:xfrm>
          <a:off x="1775520" y="1484784"/>
          <a:ext cx="3168352" cy="5269579"/>
        </p:xfrm>
        <a:graphic>
          <a:graphicData uri="http://schemas.openxmlformats.org/drawingml/2006/table">
            <a:tbl>
              <a:tblPr/>
              <a:tblGrid>
                <a:gridCol w="3168352">
                  <a:extLst>
                    <a:ext uri="{9D8B030D-6E8A-4147-A177-3AD203B41FA5}">
                      <a16:colId xmlns:a16="http://schemas.microsoft.com/office/drawing/2014/main" val="1438071074"/>
                    </a:ext>
                  </a:extLst>
                </a:gridCol>
              </a:tblGrid>
              <a:tr h="260960">
                <a:tc>
                  <a:txBody>
                    <a:bodyPr/>
                    <a:lstStyle/>
                    <a:p>
                      <a:pPr algn="ctr" fontAlgn="ctr"/>
                      <a:r>
                        <a:rPr lang="tr-TR" sz="1100" b="1" i="0" u="none" strike="noStrike" dirty="0">
                          <a:solidFill>
                            <a:srgbClr val="000000"/>
                          </a:solidFill>
                          <a:effectLst/>
                          <a:latin typeface="Calibri" panose="020F0502020204030204" pitchFamily="34" charset="0"/>
                        </a:rPr>
                        <a:t>Saha Üniteleri</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2421931956"/>
                  </a:ext>
                </a:extLst>
              </a:tr>
              <a:tr h="147073">
                <a:tc>
                  <a:txBody>
                    <a:bodyPr/>
                    <a:lstStyle/>
                    <a:p>
                      <a:pPr algn="l" fontAlgn="ctr"/>
                      <a:r>
                        <a:rPr lang="tr-TR" sz="1100" b="0" i="0" u="none" strike="noStrike" dirty="0">
                          <a:solidFill>
                            <a:srgbClr val="000000"/>
                          </a:solidFill>
                          <a:effectLst/>
                          <a:latin typeface="+mn-lt"/>
                        </a:rPr>
                        <a:t>1. Sıcak Haddehane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62263890"/>
                  </a:ext>
                </a:extLst>
              </a:tr>
              <a:tr h="147073">
                <a:tc>
                  <a:txBody>
                    <a:bodyPr/>
                    <a:lstStyle/>
                    <a:p>
                      <a:pPr algn="l" fontAlgn="ctr"/>
                      <a:r>
                        <a:rPr lang="tr-TR" sz="1100" b="0" i="0" u="none" strike="noStrike" dirty="0">
                          <a:solidFill>
                            <a:srgbClr val="000000"/>
                          </a:solidFill>
                          <a:effectLst/>
                          <a:latin typeface="+mn-lt"/>
                        </a:rPr>
                        <a:t>1. Soğuk Haddehane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0648388"/>
                  </a:ext>
                </a:extLst>
              </a:tr>
              <a:tr h="147073">
                <a:tc>
                  <a:txBody>
                    <a:bodyPr/>
                    <a:lstStyle/>
                    <a:p>
                      <a:pPr algn="l" fontAlgn="ctr"/>
                      <a:r>
                        <a:rPr lang="tr-TR" sz="1100" b="0" i="0" u="none" strike="noStrike" dirty="0">
                          <a:solidFill>
                            <a:srgbClr val="000000"/>
                          </a:solidFill>
                          <a:effectLst/>
                          <a:latin typeface="+mn-lt"/>
                        </a:rPr>
                        <a:t>2. Sıcak Haddehane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28700461"/>
                  </a:ext>
                </a:extLst>
              </a:tr>
              <a:tr h="147073">
                <a:tc>
                  <a:txBody>
                    <a:bodyPr/>
                    <a:lstStyle/>
                    <a:p>
                      <a:pPr algn="l" fontAlgn="ctr"/>
                      <a:r>
                        <a:rPr lang="tr-TR" sz="1100" b="0" i="0" u="none" strike="noStrike" dirty="0">
                          <a:solidFill>
                            <a:srgbClr val="000000"/>
                          </a:solidFill>
                          <a:effectLst/>
                          <a:latin typeface="+mn-lt"/>
                        </a:rPr>
                        <a:t>2. Soğuk Haddehane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43126480"/>
                  </a:ext>
                </a:extLst>
              </a:tr>
              <a:tr h="147073">
                <a:tc>
                  <a:txBody>
                    <a:bodyPr/>
                    <a:lstStyle/>
                    <a:p>
                      <a:pPr algn="l" fontAlgn="ctr"/>
                      <a:r>
                        <a:rPr lang="tr-TR" sz="1100" b="0" i="0" u="none" strike="noStrike" dirty="0" err="1">
                          <a:solidFill>
                            <a:srgbClr val="000000"/>
                          </a:solidFill>
                          <a:effectLst/>
                          <a:latin typeface="+mn-lt"/>
                        </a:rPr>
                        <a:t>Ambarlama</a:t>
                      </a:r>
                      <a:r>
                        <a:rPr lang="tr-TR" sz="1100" b="0" i="0" u="none" strike="noStrike" dirty="0">
                          <a:solidFill>
                            <a:srgbClr val="000000"/>
                          </a:solidFill>
                          <a:effectLst/>
                          <a:latin typeface="+mn-lt"/>
                        </a:rPr>
                        <a:t> ve Sevkiyat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17434618"/>
                  </a:ext>
                </a:extLst>
              </a:tr>
              <a:tr h="147073">
                <a:tc>
                  <a:txBody>
                    <a:bodyPr/>
                    <a:lstStyle/>
                    <a:p>
                      <a:pPr algn="l" fontAlgn="ctr"/>
                      <a:r>
                        <a:rPr lang="tr-TR" sz="1100" b="0" i="0" u="none" strike="noStrike" dirty="0">
                          <a:solidFill>
                            <a:srgbClr val="000000"/>
                          </a:solidFill>
                          <a:effectLst/>
                          <a:latin typeface="+mn-lt"/>
                        </a:rPr>
                        <a:t>AR-GE Direktörlüğü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59051718"/>
                  </a:ext>
                </a:extLst>
              </a:tr>
              <a:tr h="147073">
                <a:tc>
                  <a:txBody>
                    <a:bodyPr/>
                    <a:lstStyle/>
                    <a:p>
                      <a:pPr algn="l" fontAlgn="ctr"/>
                      <a:r>
                        <a:rPr lang="tr-TR" sz="1100" b="0" i="0" u="none" strike="noStrike" dirty="0">
                          <a:solidFill>
                            <a:srgbClr val="000000"/>
                          </a:solidFill>
                          <a:effectLst/>
                          <a:latin typeface="+mn-lt"/>
                        </a:rPr>
                        <a:t>Çelikhane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50830304"/>
                  </a:ext>
                </a:extLst>
              </a:tr>
              <a:tr h="147073">
                <a:tc>
                  <a:txBody>
                    <a:bodyPr/>
                    <a:lstStyle/>
                    <a:p>
                      <a:pPr algn="l" fontAlgn="ctr"/>
                      <a:r>
                        <a:rPr lang="tr-TR" sz="1100" b="0" i="0" u="none" strike="noStrike" dirty="0">
                          <a:solidFill>
                            <a:srgbClr val="000000"/>
                          </a:solidFill>
                          <a:effectLst/>
                          <a:latin typeface="+mn-lt"/>
                        </a:rPr>
                        <a:t>Deniz Nakliyat ve Koordinasyon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47175829"/>
                  </a:ext>
                </a:extLst>
              </a:tr>
              <a:tr h="147073">
                <a:tc>
                  <a:txBody>
                    <a:bodyPr/>
                    <a:lstStyle/>
                    <a:p>
                      <a:pPr algn="l" fontAlgn="ctr"/>
                      <a:r>
                        <a:rPr lang="tr-TR" sz="1100" b="0" i="0" u="none" strike="noStrike" dirty="0">
                          <a:solidFill>
                            <a:srgbClr val="000000"/>
                          </a:solidFill>
                          <a:effectLst/>
                          <a:latin typeface="+mn-lt"/>
                        </a:rPr>
                        <a:t>Destek Hizmetleri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16254428"/>
                  </a:ext>
                </a:extLst>
              </a:tr>
              <a:tr h="147073">
                <a:tc>
                  <a:txBody>
                    <a:bodyPr/>
                    <a:lstStyle/>
                    <a:p>
                      <a:pPr algn="l" fontAlgn="ctr"/>
                      <a:r>
                        <a:rPr lang="tr-TR" sz="1100" b="0" i="0" u="none" strike="noStrike" dirty="0">
                          <a:solidFill>
                            <a:srgbClr val="000000"/>
                          </a:solidFill>
                          <a:effectLst/>
                          <a:latin typeface="+mn-lt"/>
                        </a:rPr>
                        <a:t>Eğitim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0767252"/>
                  </a:ext>
                </a:extLst>
              </a:tr>
              <a:tr h="147073">
                <a:tc>
                  <a:txBody>
                    <a:bodyPr/>
                    <a:lstStyle/>
                    <a:p>
                      <a:pPr algn="l" fontAlgn="ctr"/>
                      <a:r>
                        <a:rPr lang="tr-TR" sz="1100" b="0" i="0" u="none" strike="noStrike" dirty="0">
                          <a:solidFill>
                            <a:srgbClr val="000000"/>
                          </a:solidFill>
                          <a:effectLst/>
                          <a:latin typeface="+mn-lt"/>
                        </a:rPr>
                        <a:t>Elektrik Bakım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11084535"/>
                  </a:ext>
                </a:extLst>
              </a:tr>
              <a:tr h="147073">
                <a:tc>
                  <a:txBody>
                    <a:bodyPr/>
                    <a:lstStyle/>
                    <a:p>
                      <a:pPr algn="l" fontAlgn="ctr"/>
                      <a:r>
                        <a:rPr lang="tr-TR" sz="1100" b="0" i="0" u="none" strike="noStrike" dirty="0">
                          <a:solidFill>
                            <a:srgbClr val="000000"/>
                          </a:solidFill>
                          <a:effectLst/>
                          <a:latin typeface="+mn-lt"/>
                        </a:rPr>
                        <a:t>Elektronik Otomasyon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68303527"/>
                  </a:ext>
                </a:extLst>
              </a:tr>
              <a:tr h="147073">
                <a:tc>
                  <a:txBody>
                    <a:bodyPr/>
                    <a:lstStyle/>
                    <a:p>
                      <a:pPr algn="l" fontAlgn="ctr"/>
                      <a:r>
                        <a:rPr lang="tr-TR" sz="1100" b="0" i="0" u="none" strike="noStrike" dirty="0">
                          <a:solidFill>
                            <a:srgbClr val="000000"/>
                          </a:solidFill>
                          <a:effectLst/>
                          <a:latin typeface="+mn-lt"/>
                        </a:rPr>
                        <a:t>Enerji Üretim ve Dağıtım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78579244"/>
                  </a:ext>
                </a:extLst>
              </a:tr>
              <a:tr h="147073">
                <a:tc>
                  <a:txBody>
                    <a:bodyPr/>
                    <a:lstStyle/>
                    <a:p>
                      <a:pPr algn="l" fontAlgn="ctr"/>
                      <a:r>
                        <a:rPr lang="tr-TR" sz="1100" b="0" i="0" u="none" strike="noStrike" dirty="0">
                          <a:solidFill>
                            <a:srgbClr val="000000"/>
                          </a:solidFill>
                          <a:effectLst/>
                          <a:latin typeface="+mn-lt"/>
                        </a:rPr>
                        <a:t>Hadde </a:t>
                      </a:r>
                      <a:r>
                        <a:rPr lang="tr-TR" sz="1100" b="0" i="0" u="none" strike="noStrike" dirty="0" err="1">
                          <a:solidFill>
                            <a:srgbClr val="000000"/>
                          </a:solidFill>
                          <a:effectLst/>
                          <a:latin typeface="+mn-lt"/>
                        </a:rPr>
                        <a:t>Atelyeleri</a:t>
                      </a:r>
                      <a:r>
                        <a:rPr lang="tr-TR" sz="1100" b="0" i="0" u="none" strike="noStrike" dirty="0">
                          <a:solidFill>
                            <a:srgbClr val="000000"/>
                          </a:solidFill>
                          <a:effectLst/>
                          <a:latin typeface="+mn-lt"/>
                        </a:rPr>
                        <a:t>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68944385"/>
                  </a:ext>
                </a:extLst>
              </a:tr>
              <a:tr h="53064">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lang="tr-TR" sz="1100" b="0" i="0" u="none" strike="noStrike" dirty="0">
                          <a:solidFill>
                            <a:srgbClr val="000000"/>
                          </a:solidFill>
                          <a:effectLst/>
                          <a:latin typeface="+mn-lt"/>
                        </a:rPr>
                        <a:t>Hammadde Tedarik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681191120"/>
                  </a:ext>
                </a:extLst>
              </a:tr>
              <a:tr h="147073">
                <a:tc>
                  <a:txBody>
                    <a:bodyPr/>
                    <a:lstStyle/>
                    <a:p>
                      <a:pPr algn="l" fontAlgn="ctr"/>
                      <a:r>
                        <a:rPr lang="tr-TR" sz="1100" b="0" i="0" u="none" strike="noStrike" dirty="0">
                          <a:solidFill>
                            <a:srgbClr val="000000"/>
                          </a:solidFill>
                          <a:effectLst/>
                          <a:latin typeface="+mn-lt"/>
                        </a:rPr>
                        <a:t>İş Güvenliği ve Çevre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07342897"/>
                  </a:ext>
                </a:extLst>
              </a:tr>
              <a:tr h="147073">
                <a:tc>
                  <a:txBody>
                    <a:bodyPr/>
                    <a:lstStyle/>
                    <a:p>
                      <a:pPr algn="l" fontAlgn="ctr"/>
                      <a:r>
                        <a:rPr lang="tr-TR" sz="1100" b="0" i="0" u="none" strike="noStrike" dirty="0">
                          <a:solidFill>
                            <a:srgbClr val="000000"/>
                          </a:solidFill>
                          <a:effectLst/>
                          <a:latin typeface="+mn-lt"/>
                        </a:rPr>
                        <a:t>Kalite </a:t>
                      </a:r>
                      <a:r>
                        <a:rPr lang="tr-TR" sz="1100" b="0" i="0" u="none" strike="noStrike" dirty="0" err="1">
                          <a:solidFill>
                            <a:srgbClr val="000000"/>
                          </a:solidFill>
                          <a:effectLst/>
                          <a:latin typeface="+mn-lt"/>
                        </a:rPr>
                        <a:t>Metalurji</a:t>
                      </a:r>
                      <a:r>
                        <a:rPr lang="tr-TR" sz="1100" b="0" i="0" u="none" strike="noStrike" dirty="0">
                          <a:solidFill>
                            <a:srgbClr val="000000"/>
                          </a:solidFill>
                          <a:effectLst/>
                          <a:latin typeface="+mn-lt"/>
                        </a:rPr>
                        <a:t>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43650324"/>
                  </a:ext>
                </a:extLst>
              </a:tr>
              <a:tr h="147073">
                <a:tc>
                  <a:txBody>
                    <a:bodyPr/>
                    <a:lstStyle/>
                    <a:p>
                      <a:pPr algn="l" fontAlgn="ctr"/>
                      <a:r>
                        <a:rPr lang="tr-TR" sz="1100" b="0" i="0" u="none" strike="noStrike" dirty="0">
                          <a:solidFill>
                            <a:srgbClr val="000000"/>
                          </a:solidFill>
                          <a:effectLst/>
                          <a:latin typeface="+mn-lt"/>
                        </a:rPr>
                        <a:t>Kok Fabrikası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23407275"/>
                  </a:ext>
                </a:extLst>
              </a:tr>
              <a:tr h="147073">
                <a:tc>
                  <a:txBody>
                    <a:bodyPr/>
                    <a:lstStyle/>
                    <a:p>
                      <a:pPr algn="l" fontAlgn="ctr"/>
                      <a:r>
                        <a:rPr lang="tr-TR" sz="1100" b="0" i="0" u="none" strike="noStrike" dirty="0">
                          <a:solidFill>
                            <a:srgbClr val="000000"/>
                          </a:solidFill>
                          <a:effectLst/>
                          <a:latin typeface="+mn-lt"/>
                        </a:rPr>
                        <a:t>Laboratuvarlar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5109682"/>
                  </a:ext>
                </a:extLst>
              </a:tr>
              <a:tr h="147073">
                <a:tc>
                  <a:txBody>
                    <a:bodyPr/>
                    <a:lstStyle/>
                    <a:p>
                      <a:pPr algn="l" fontAlgn="ctr"/>
                      <a:r>
                        <a:rPr lang="tr-TR" sz="1100" b="0" i="0" u="none" strike="noStrike" dirty="0">
                          <a:solidFill>
                            <a:srgbClr val="000000"/>
                          </a:solidFill>
                          <a:effectLst/>
                          <a:latin typeface="+mn-lt"/>
                        </a:rPr>
                        <a:t>Mekanik Bakım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105984793"/>
                  </a:ext>
                </a:extLst>
              </a:tr>
              <a:tr h="147073">
                <a:tc>
                  <a:txBody>
                    <a:bodyPr/>
                    <a:lstStyle/>
                    <a:p>
                      <a:pPr algn="l" fontAlgn="ctr"/>
                      <a:r>
                        <a:rPr lang="tr-TR" sz="1100" b="0" i="0" u="none" strike="noStrike" dirty="0">
                          <a:solidFill>
                            <a:srgbClr val="000000"/>
                          </a:solidFill>
                          <a:effectLst/>
                          <a:latin typeface="+mn-lt"/>
                        </a:rPr>
                        <a:t>Nakliyat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554331795"/>
                  </a:ext>
                </a:extLst>
              </a:tr>
              <a:tr h="147073">
                <a:tc>
                  <a:txBody>
                    <a:bodyPr/>
                    <a:lstStyle/>
                    <a:p>
                      <a:pPr algn="l" fontAlgn="ctr"/>
                      <a:r>
                        <a:rPr lang="tr-TR" sz="1100" b="0" i="0" u="none" strike="noStrike" dirty="0" err="1">
                          <a:solidFill>
                            <a:srgbClr val="000000"/>
                          </a:solidFill>
                          <a:effectLst/>
                          <a:latin typeface="+mn-lt"/>
                        </a:rPr>
                        <a:t>Refrakter</a:t>
                      </a:r>
                      <a:r>
                        <a:rPr lang="tr-TR" sz="1100" b="0" i="0" u="none" strike="noStrike" dirty="0">
                          <a:solidFill>
                            <a:srgbClr val="000000"/>
                          </a:solidFill>
                          <a:effectLst/>
                          <a:latin typeface="+mn-lt"/>
                        </a:rPr>
                        <a:t>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78988076"/>
                  </a:ext>
                </a:extLst>
              </a:tr>
              <a:tr h="147073">
                <a:tc>
                  <a:txBody>
                    <a:bodyPr/>
                    <a:lstStyle/>
                    <a:p>
                      <a:pPr algn="l" fontAlgn="ctr"/>
                      <a:r>
                        <a:rPr lang="tr-TR" sz="1100" b="0" i="0" u="none" strike="noStrike" dirty="0" err="1">
                          <a:solidFill>
                            <a:srgbClr val="000000"/>
                          </a:solidFill>
                          <a:effectLst/>
                          <a:latin typeface="+mn-lt"/>
                        </a:rPr>
                        <a:t>Sinter</a:t>
                      </a:r>
                      <a:r>
                        <a:rPr lang="tr-TR" sz="1100" b="0" i="0" u="none" strike="noStrike" dirty="0">
                          <a:solidFill>
                            <a:srgbClr val="000000"/>
                          </a:solidFill>
                          <a:effectLst/>
                          <a:latin typeface="+mn-lt"/>
                        </a:rPr>
                        <a:t> ve Hammadde </a:t>
                      </a:r>
                      <a:r>
                        <a:rPr lang="tr-TR" sz="1100" b="0" i="0" u="none" strike="noStrike" dirty="0" err="1">
                          <a:solidFill>
                            <a:srgbClr val="000000"/>
                          </a:solidFill>
                          <a:effectLst/>
                          <a:latin typeface="+mn-lt"/>
                        </a:rPr>
                        <a:t>Maniplasyon</a:t>
                      </a:r>
                      <a:r>
                        <a:rPr lang="tr-TR" sz="1100" b="0" i="0" u="none" strike="noStrike" dirty="0">
                          <a:solidFill>
                            <a:srgbClr val="000000"/>
                          </a:solidFill>
                          <a:effectLst/>
                          <a:latin typeface="+mn-lt"/>
                        </a:rPr>
                        <a:t>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01772698"/>
                  </a:ext>
                </a:extLst>
              </a:tr>
              <a:tr h="147073">
                <a:tc>
                  <a:txBody>
                    <a:bodyPr/>
                    <a:lstStyle/>
                    <a:p>
                      <a:pPr algn="l" fontAlgn="ctr"/>
                      <a:r>
                        <a:rPr lang="tr-TR" sz="1100" b="0" i="0" u="none" strike="noStrike" dirty="0">
                          <a:solidFill>
                            <a:srgbClr val="000000"/>
                          </a:solidFill>
                          <a:effectLst/>
                          <a:latin typeface="+mn-lt"/>
                        </a:rPr>
                        <a:t>Stok Yönetim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170199680"/>
                  </a:ext>
                </a:extLst>
              </a:tr>
              <a:tr h="147073">
                <a:tc>
                  <a:txBody>
                    <a:bodyPr/>
                    <a:lstStyle/>
                    <a:p>
                      <a:pPr algn="l" fontAlgn="ctr"/>
                      <a:r>
                        <a:rPr lang="tr-TR" sz="1100" b="0" i="0" u="none" strike="noStrike" dirty="0">
                          <a:solidFill>
                            <a:srgbClr val="000000"/>
                          </a:solidFill>
                          <a:effectLst/>
                          <a:latin typeface="+mn-lt"/>
                        </a:rPr>
                        <a:t>Sürekli Dökümler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92675631"/>
                  </a:ext>
                </a:extLst>
              </a:tr>
              <a:tr h="147073">
                <a:tc>
                  <a:txBody>
                    <a:bodyPr/>
                    <a:lstStyle/>
                    <a:p>
                      <a:pPr algn="l" fontAlgn="ctr"/>
                      <a:r>
                        <a:rPr lang="tr-TR" sz="1100" b="0" i="0" u="none" strike="noStrike" dirty="0">
                          <a:solidFill>
                            <a:srgbClr val="000000"/>
                          </a:solidFill>
                          <a:effectLst/>
                          <a:latin typeface="+mn-lt"/>
                        </a:rPr>
                        <a:t>Üretim Planlama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35470519"/>
                  </a:ext>
                </a:extLst>
              </a:tr>
              <a:tr h="147073">
                <a:tc>
                  <a:txBody>
                    <a:bodyPr/>
                    <a:lstStyle/>
                    <a:p>
                      <a:pPr algn="l" fontAlgn="ctr"/>
                      <a:r>
                        <a:rPr lang="tr-TR" sz="1100" b="0" i="0" u="none" strike="noStrike" dirty="0">
                          <a:solidFill>
                            <a:srgbClr val="000000"/>
                          </a:solidFill>
                          <a:effectLst/>
                          <a:latin typeface="+mn-lt"/>
                        </a:rPr>
                        <a:t>Yapım ve Montaj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91770455"/>
                  </a:ext>
                </a:extLst>
              </a:tr>
              <a:tr h="147073">
                <a:tc>
                  <a:txBody>
                    <a:bodyPr/>
                    <a:lstStyle/>
                    <a:p>
                      <a:pPr algn="l" fontAlgn="ctr"/>
                      <a:r>
                        <a:rPr lang="tr-TR" sz="1100" b="0" i="0" u="none" strike="noStrike" dirty="0">
                          <a:solidFill>
                            <a:srgbClr val="000000"/>
                          </a:solidFill>
                          <a:effectLst/>
                          <a:latin typeface="+mn-lt"/>
                        </a:rPr>
                        <a:t>Yardımcı İşletmeler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2812810"/>
                  </a:ext>
                </a:extLst>
              </a:tr>
              <a:tr h="147073">
                <a:tc>
                  <a:txBody>
                    <a:bodyPr/>
                    <a:lstStyle/>
                    <a:p>
                      <a:pPr algn="l" fontAlgn="ctr"/>
                      <a:r>
                        <a:rPr lang="tr-TR" sz="1100" b="0" i="0" u="none" strike="noStrike" dirty="0">
                          <a:solidFill>
                            <a:srgbClr val="000000"/>
                          </a:solidFill>
                          <a:effectLst/>
                          <a:latin typeface="+mn-lt"/>
                        </a:rPr>
                        <a:t>Yüksek Fırınlar Müdürlüğü</a:t>
                      </a:r>
                    </a:p>
                  </a:txBody>
                  <a:tcPr marL="5071" marR="5071" marT="5071"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246073669"/>
                  </a:ext>
                </a:extLst>
              </a:tr>
            </a:tbl>
          </a:graphicData>
        </a:graphic>
      </p:graphicFrame>
      <p:graphicFrame>
        <p:nvGraphicFramePr>
          <p:cNvPr id="12" name="Tablo 11">
            <a:extLst>
              <a:ext uri="{FF2B5EF4-FFF2-40B4-BE49-F238E27FC236}">
                <a16:creationId xmlns:a16="http://schemas.microsoft.com/office/drawing/2014/main" id="{7DAE0CCC-BD68-492E-8790-B33533C9DAD7}"/>
              </a:ext>
            </a:extLst>
          </p:cNvPr>
          <p:cNvGraphicFramePr>
            <a:graphicFrameLocks noGrp="1"/>
          </p:cNvGraphicFramePr>
          <p:nvPr>
            <p:extLst>
              <p:ext uri="{D42A27DB-BD31-4B8C-83A1-F6EECF244321}">
                <p14:modId xmlns:p14="http://schemas.microsoft.com/office/powerpoint/2010/main" val="3501210317"/>
              </p:ext>
            </p:extLst>
          </p:nvPr>
        </p:nvGraphicFramePr>
        <p:xfrm>
          <a:off x="7248128" y="1556792"/>
          <a:ext cx="3048000" cy="3761465"/>
        </p:xfrm>
        <a:graphic>
          <a:graphicData uri="http://schemas.openxmlformats.org/drawingml/2006/table">
            <a:tbl>
              <a:tblPr/>
              <a:tblGrid>
                <a:gridCol w="3048000">
                  <a:extLst>
                    <a:ext uri="{9D8B030D-6E8A-4147-A177-3AD203B41FA5}">
                      <a16:colId xmlns:a16="http://schemas.microsoft.com/office/drawing/2014/main" val="2489757825"/>
                    </a:ext>
                  </a:extLst>
                </a:gridCol>
              </a:tblGrid>
              <a:tr h="262615">
                <a:tc>
                  <a:txBody>
                    <a:bodyPr/>
                    <a:lstStyle/>
                    <a:p>
                      <a:pPr algn="ctr" fontAlgn="ctr"/>
                      <a:r>
                        <a:rPr lang="tr-TR" sz="1200" b="1" i="0" u="none" strike="noStrike" dirty="0">
                          <a:solidFill>
                            <a:srgbClr val="000000"/>
                          </a:solidFill>
                          <a:effectLst/>
                          <a:latin typeface="Calibri" panose="020F0502020204030204" pitchFamily="34" charset="0"/>
                        </a:rPr>
                        <a:t>Ofis Üniteleri</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BDD7EE"/>
                    </a:solidFill>
                  </a:tcPr>
                </a:tc>
                <a:extLst>
                  <a:ext uri="{0D108BD9-81ED-4DB2-BD59-A6C34878D82A}">
                    <a16:rowId xmlns:a16="http://schemas.microsoft.com/office/drawing/2014/main" val="3123032773"/>
                  </a:ext>
                </a:extLst>
              </a:tr>
              <a:tr h="184150">
                <a:tc>
                  <a:txBody>
                    <a:bodyPr/>
                    <a:lstStyle/>
                    <a:p>
                      <a:pPr algn="l" fontAlgn="b"/>
                      <a:r>
                        <a:rPr lang="tr-TR" sz="1100" b="0" i="0" u="none" strike="noStrike" dirty="0">
                          <a:solidFill>
                            <a:srgbClr val="000000"/>
                          </a:solidFill>
                          <a:effectLst/>
                          <a:latin typeface="+mn-lt"/>
                        </a:rPr>
                        <a:t>Bilgi Sistemleri İşletim ve Tek. </a:t>
                      </a:r>
                      <a:r>
                        <a:rPr lang="tr-TR" sz="1100" b="0" i="0" u="none" strike="noStrike" dirty="0" err="1">
                          <a:solidFill>
                            <a:srgbClr val="000000"/>
                          </a:solidFill>
                          <a:effectLst/>
                          <a:latin typeface="+mn-lt"/>
                        </a:rPr>
                        <a:t>Des</a:t>
                      </a:r>
                      <a:r>
                        <a:rPr lang="tr-TR" sz="1100" b="0" i="0" u="none" strike="noStrike" dirty="0">
                          <a:solidFill>
                            <a:srgbClr val="000000"/>
                          </a:solidFill>
                          <a:effectLst/>
                          <a:latin typeface="+mn-lt"/>
                        </a:rPr>
                        <a:t>.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88591579"/>
                  </a:ext>
                </a:extLst>
              </a:tr>
              <a:tr h="184150">
                <a:tc>
                  <a:txBody>
                    <a:bodyPr/>
                    <a:lstStyle/>
                    <a:p>
                      <a:pPr algn="l" fontAlgn="b"/>
                      <a:r>
                        <a:rPr lang="tr-TR" sz="1100" b="0" i="0" u="none" strike="noStrike" dirty="0">
                          <a:solidFill>
                            <a:srgbClr val="000000"/>
                          </a:solidFill>
                          <a:effectLst/>
                          <a:latin typeface="+mn-lt"/>
                        </a:rPr>
                        <a:t>Bütçe ve Planlama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66639110"/>
                  </a:ext>
                </a:extLst>
              </a:tr>
              <a:tr h="184150">
                <a:tc>
                  <a:txBody>
                    <a:bodyPr/>
                    <a:lstStyle/>
                    <a:p>
                      <a:pPr algn="l" fontAlgn="b"/>
                      <a:r>
                        <a:rPr lang="tr-TR" sz="1100" b="0" i="0" u="none" strike="noStrike" dirty="0">
                          <a:solidFill>
                            <a:srgbClr val="000000"/>
                          </a:solidFill>
                          <a:effectLst/>
                          <a:latin typeface="+mn-lt"/>
                        </a:rPr>
                        <a:t>Destek Süreçleri Yazılım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20081996"/>
                  </a:ext>
                </a:extLst>
              </a:tr>
              <a:tr h="184150">
                <a:tc>
                  <a:txBody>
                    <a:bodyPr/>
                    <a:lstStyle/>
                    <a:p>
                      <a:pPr algn="l" fontAlgn="b"/>
                      <a:r>
                        <a:rPr lang="tr-TR" sz="1100" b="0" i="0" u="none" strike="noStrike" dirty="0">
                          <a:solidFill>
                            <a:srgbClr val="000000"/>
                          </a:solidFill>
                          <a:effectLst/>
                          <a:latin typeface="+mn-lt"/>
                        </a:rPr>
                        <a:t>Endüstri İlişkileri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7015263"/>
                  </a:ext>
                </a:extLst>
              </a:tr>
              <a:tr h="184150">
                <a:tc>
                  <a:txBody>
                    <a:bodyPr/>
                    <a:lstStyle/>
                    <a:p>
                      <a:pPr algn="l" fontAlgn="b"/>
                      <a:r>
                        <a:rPr lang="tr-TR" sz="1100" b="0" i="0" u="none" strike="noStrike" dirty="0">
                          <a:solidFill>
                            <a:srgbClr val="000000"/>
                          </a:solidFill>
                          <a:effectLst/>
                          <a:latin typeface="+mn-lt"/>
                        </a:rPr>
                        <a:t>Erdemir Mühendislik 1. Kat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9069352"/>
                  </a:ext>
                </a:extLst>
              </a:tr>
              <a:tr h="184150">
                <a:tc>
                  <a:txBody>
                    <a:bodyPr/>
                    <a:lstStyle/>
                    <a:p>
                      <a:pPr algn="l" fontAlgn="b"/>
                      <a:r>
                        <a:rPr lang="tr-TR" sz="1100" b="0" i="0" u="none" strike="noStrike" dirty="0">
                          <a:solidFill>
                            <a:srgbClr val="000000"/>
                          </a:solidFill>
                          <a:effectLst/>
                          <a:latin typeface="+mn-lt"/>
                        </a:rPr>
                        <a:t>Erdemir Mühendislik 2. Kat</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810058896"/>
                  </a:ext>
                </a:extLst>
              </a:tr>
              <a:tr h="184150">
                <a:tc>
                  <a:txBody>
                    <a:bodyPr/>
                    <a:lstStyle/>
                    <a:p>
                      <a:pPr algn="l" fontAlgn="b"/>
                      <a:r>
                        <a:rPr lang="tr-TR" sz="1100" b="0" i="0" u="none" strike="noStrike" dirty="0">
                          <a:solidFill>
                            <a:srgbClr val="000000"/>
                          </a:solidFill>
                          <a:effectLst/>
                          <a:latin typeface="+mn-lt"/>
                        </a:rPr>
                        <a:t>Grup Kurumsal İletişim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606726595"/>
                  </a:ext>
                </a:extLst>
              </a:tr>
              <a:tr h="184150">
                <a:tc>
                  <a:txBody>
                    <a:bodyPr/>
                    <a:lstStyle/>
                    <a:p>
                      <a:pPr algn="l" fontAlgn="b"/>
                      <a:r>
                        <a:rPr lang="tr-TR" sz="1100" b="0" i="0" u="none" strike="noStrike" dirty="0">
                          <a:solidFill>
                            <a:srgbClr val="000000"/>
                          </a:solidFill>
                          <a:effectLst/>
                          <a:latin typeface="+mn-lt"/>
                        </a:rPr>
                        <a:t>Hukuk Müşavirliği</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93435782"/>
                  </a:ext>
                </a:extLst>
              </a:tr>
              <a:tr h="184150">
                <a:tc>
                  <a:txBody>
                    <a:bodyPr/>
                    <a:lstStyle/>
                    <a:p>
                      <a:pPr algn="l" fontAlgn="b"/>
                      <a:r>
                        <a:rPr lang="tr-TR" sz="1100" b="0" i="0" u="none" strike="noStrike" dirty="0">
                          <a:solidFill>
                            <a:srgbClr val="000000"/>
                          </a:solidFill>
                          <a:effectLst/>
                          <a:latin typeface="+mn-lt"/>
                        </a:rPr>
                        <a:t>İnsan Kaynakları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645562593"/>
                  </a:ext>
                </a:extLst>
              </a:tr>
              <a:tr h="184150">
                <a:tc>
                  <a:txBody>
                    <a:bodyPr/>
                    <a:lstStyle/>
                    <a:p>
                      <a:pPr algn="l" fontAlgn="b"/>
                      <a:r>
                        <a:rPr lang="tr-TR" sz="1100" b="0" i="0" u="none" strike="noStrike" dirty="0">
                          <a:solidFill>
                            <a:srgbClr val="000000"/>
                          </a:solidFill>
                          <a:effectLst/>
                          <a:latin typeface="+mn-lt"/>
                        </a:rPr>
                        <a:t>Muhasebe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764550352"/>
                  </a:ext>
                </a:extLst>
              </a:tr>
              <a:tr h="184150">
                <a:tc>
                  <a:txBody>
                    <a:bodyPr/>
                    <a:lstStyle/>
                    <a:p>
                      <a:pPr algn="l" fontAlgn="b"/>
                      <a:r>
                        <a:rPr lang="tr-TR" sz="1100" b="0" i="0" u="none" strike="noStrike" dirty="0">
                          <a:solidFill>
                            <a:srgbClr val="000000"/>
                          </a:solidFill>
                          <a:effectLst/>
                          <a:latin typeface="+mn-lt"/>
                        </a:rPr>
                        <a:t>Müşteri Uygulamaları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191360"/>
                  </a:ext>
                </a:extLst>
              </a:tr>
              <a:tr h="184150">
                <a:tc>
                  <a:txBody>
                    <a:bodyPr/>
                    <a:lstStyle/>
                    <a:p>
                      <a:pPr algn="l" fontAlgn="b"/>
                      <a:r>
                        <a:rPr lang="tr-TR" sz="1100" b="0" i="0" u="none" strike="noStrike" dirty="0">
                          <a:solidFill>
                            <a:srgbClr val="000000"/>
                          </a:solidFill>
                          <a:effectLst/>
                          <a:latin typeface="+mn-lt"/>
                        </a:rPr>
                        <a:t>Operasyon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876187387"/>
                  </a:ext>
                </a:extLst>
              </a:tr>
              <a:tr h="184150">
                <a:tc>
                  <a:txBody>
                    <a:bodyPr/>
                    <a:lstStyle/>
                    <a:p>
                      <a:pPr algn="l" fontAlgn="b"/>
                      <a:r>
                        <a:rPr lang="tr-TR" sz="1100" b="0" i="0" u="none" strike="noStrike" dirty="0">
                          <a:solidFill>
                            <a:srgbClr val="000000"/>
                          </a:solidFill>
                          <a:effectLst/>
                          <a:latin typeface="+mn-lt"/>
                        </a:rPr>
                        <a:t>Operasyonel Mükemmellik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2127701"/>
                  </a:ext>
                </a:extLst>
              </a:tr>
              <a:tr h="184150">
                <a:tc>
                  <a:txBody>
                    <a:bodyPr/>
                    <a:lstStyle/>
                    <a:p>
                      <a:pPr algn="l" fontAlgn="b"/>
                      <a:r>
                        <a:rPr lang="tr-TR" sz="1100" b="0" i="0" u="none" strike="noStrike" dirty="0" err="1">
                          <a:solidFill>
                            <a:srgbClr val="000000"/>
                          </a:solidFill>
                          <a:effectLst/>
                          <a:latin typeface="+mn-lt"/>
                        </a:rPr>
                        <a:t>Satınalma</a:t>
                      </a:r>
                      <a:r>
                        <a:rPr lang="tr-TR" sz="1100" b="0" i="0" u="none" strike="noStrike" dirty="0">
                          <a:solidFill>
                            <a:srgbClr val="000000"/>
                          </a:solidFill>
                          <a:effectLst/>
                          <a:latin typeface="+mn-lt"/>
                        </a:rPr>
                        <a:t>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5025844"/>
                  </a:ext>
                </a:extLst>
              </a:tr>
              <a:tr h="184150">
                <a:tc>
                  <a:txBody>
                    <a:bodyPr/>
                    <a:lstStyle/>
                    <a:p>
                      <a:pPr algn="l" fontAlgn="b"/>
                      <a:r>
                        <a:rPr lang="tr-TR" sz="1100" b="0" i="0" u="none" strike="noStrike" dirty="0">
                          <a:solidFill>
                            <a:srgbClr val="000000"/>
                          </a:solidFill>
                          <a:effectLst/>
                          <a:latin typeface="+mn-lt"/>
                        </a:rPr>
                        <a:t>Stratejik Planlama ve Sürdürülebilirlik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59235948"/>
                  </a:ext>
                </a:extLst>
              </a:tr>
              <a:tr h="184150">
                <a:tc>
                  <a:txBody>
                    <a:bodyPr/>
                    <a:lstStyle/>
                    <a:p>
                      <a:pPr algn="l" fontAlgn="ctr"/>
                      <a:r>
                        <a:rPr lang="tr-TR" sz="1100" b="0" i="0" u="none" strike="noStrike" dirty="0">
                          <a:solidFill>
                            <a:srgbClr val="000000"/>
                          </a:solidFill>
                          <a:effectLst/>
                          <a:latin typeface="+mn-lt"/>
                        </a:rPr>
                        <a:t>Üretim Planlama Müdürlüğü</a:t>
                      </a:r>
                    </a:p>
                  </a:txBody>
                  <a:tcPr marL="6350" marR="6350" marT="6350"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724559987"/>
                  </a:ext>
                </a:extLst>
              </a:tr>
              <a:tr h="184150">
                <a:tc>
                  <a:txBody>
                    <a:bodyPr/>
                    <a:lstStyle/>
                    <a:p>
                      <a:pPr algn="l" fontAlgn="b"/>
                      <a:r>
                        <a:rPr lang="tr-TR" sz="1100" b="0" i="0" u="none" strike="noStrike" dirty="0">
                          <a:solidFill>
                            <a:srgbClr val="000000"/>
                          </a:solidFill>
                          <a:effectLst/>
                          <a:latin typeface="+mn-lt"/>
                        </a:rPr>
                        <a:t>Üretim Uygulamaları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825630859"/>
                  </a:ext>
                </a:extLst>
              </a:tr>
              <a:tr h="184150">
                <a:tc>
                  <a:txBody>
                    <a:bodyPr/>
                    <a:lstStyle/>
                    <a:p>
                      <a:pPr algn="l" fontAlgn="b"/>
                      <a:r>
                        <a:rPr lang="tr-TR" sz="1100" b="0" i="0" u="none" strike="noStrike" dirty="0">
                          <a:solidFill>
                            <a:srgbClr val="000000"/>
                          </a:solidFill>
                          <a:effectLst/>
                          <a:latin typeface="+mn-lt"/>
                        </a:rPr>
                        <a:t>Yönetim Sistemleri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588430869"/>
                  </a:ext>
                </a:extLst>
              </a:tr>
              <a:tr h="184150">
                <a:tc>
                  <a:txBody>
                    <a:bodyPr/>
                    <a:lstStyle/>
                    <a:p>
                      <a:pPr algn="l" fontAlgn="b"/>
                      <a:r>
                        <a:rPr lang="tr-TR" sz="1100" b="0" i="0" u="none" strike="noStrike" dirty="0">
                          <a:solidFill>
                            <a:srgbClr val="000000"/>
                          </a:solidFill>
                          <a:effectLst/>
                          <a:latin typeface="+mn-lt"/>
                        </a:rPr>
                        <a:t>Pazarlama Müdürlüğü</a:t>
                      </a:r>
                    </a:p>
                  </a:txBody>
                  <a:tcPr marL="6350" marR="6350" marT="6350" marB="0" anchor="b">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179507039"/>
                  </a:ext>
                </a:extLst>
              </a:tr>
            </a:tbl>
          </a:graphicData>
        </a:graphic>
      </p:graphicFrame>
      <p:sp>
        <p:nvSpPr>
          <p:cNvPr id="16" name="Title 1">
            <a:extLst>
              <a:ext uri="{FF2B5EF4-FFF2-40B4-BE49-F238E27FC236}">
                <a16:creationId xmlns:a16="http://schemas.microsoft.com/office/drawing/2014/main" id="{9594D0CA-E581-4063-B92A-0CB93C548EEB}"/>
              </a:ext>
            </a:extLst>
          </p:cNvPr>
          <p:cNvSpPr>
            <a:spLocks noGrp="1"/>
          </p:cNvSpPr>
          <p:nvPr>
            <p:ph type="title"/>
          </p:nvPr>
        </p:nvSpPr>
        <p:spPr>
          <a:xfrm>
            <a:off x="812800" y="331788"/>
            <a:ext cx="8328025" cy="520700"/>
          </a:xfrm>
        </p:spPr>
        <p:txBody>
          <a:bodyPr>
            <a:normAutofit/>
          </a:bodyPr>
          <a:lstStyle/>
          <a:p>
            <a:r>
              <a:rPr lang="tr-TR" dirty="0">
                <a:latin typeface="Cambria" panose="02040503050406030204" pitchFamily="18" charset="0"/>
              </a:rPr>
              <a:t>3. Denetim ve </a:t>
            </a:r>
            <a:r>
              <a:rPr lang="tr-TR">
                <a:latin typeface="Cambria" panose="02040503050406030204" pitchFamily="18" charset="0"/>
              </a:rPr>
              <a:t>Değerlendirmeler 2023</a:t>
            </a:r>
            <a:endParaRPr lang="tr-TR" dirty="0">
              <a:latin typeface="Cambria" panose="02040503050406030204" pitchFamily="18" charset="0"/>
            </a:endParaRPr>
          </a:p>
        </p:txBody>
      </p:sp>
    </p:spTree>
    <p:extLst>
      <p:ext uri="{BB962C8B-B14F-4D97-AF65-F5344CB8AC3E}">
        <p14:creationId xmlns:p14="http://schemas.microsoft.com/office/powerpoint/2010/main" val="350851507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3"/>
          <p:cNvSpPr txBox="1"/>
          <p:nvPr/>
        </p:nvSpPr>
        <p:spPr>
          <a:xfrm>
            <a:off x="-1104800" y="260648"/>
            <a:ext cx="6336704" cy="615553"/>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tr-TR" sz="3400" b="1" i="0" u="none" strike="noStrike" kern="1200" cap="none" spc="0" normalizeH="0" baseline="0" noProof="0" dirty="0">
                <a:ln>
                  <a:noFill/>
                </a:ln>
                <a:solidFill>
                  <a:prstClr val="black"/>
                </a:solidFill>
                <a:effectLst/>
                <a:uLnTx/>
                <a:uFillTx/>
                <a:latin typeface="Arial" panose="020B0604020202020204" pitchFamily="34" charset="0"/>
                <a:ea typeface="+mn-ea"/>
                <a:cs typeface="Arial" panose="020B0604020202020204" pitchFamily="34" charset="0"/>
              </a:rPr>
              <a:t>Teşekkür Ederiz</a:t>
            </a:r>
          </a:p>
        </p:txBody>
      </p:sp>
      <p:pic>
        <p:nvPicPr>
          <p:cNvPr id="4" name="Resim 3"/>
          <p:cNvPicPr>
            <a:picLocks noChangeAspect="1"/>
          </p:cNvPicPr>
          <p:nvPr/>
        </p:nvPicPr>
        <p:blipFill>
          <a:blip r:embed="rId3">
            <a:extLst>
              <a:ext uri="{BEBA8EAE-BF5A-486C-A8C5-ECC9F3942E4B}">
                <a14:imgProps xmlns:a14="http://schemas.microsoft.com/office/drawing/2010/main">
                  <a14:imgLayer r:embed="rId4">
                    <a14:imgEffect>
                      <a14:brightnessContrast bright="20000" contrast="-40000"/>
                    </a14:imgEffect>
                  </a14:imgLayer>
                </a14:imgProps>
              </a:ext>
            </a:extLst>
          </a:blip>
          <a:stretch>
            <a:fillRect/>
          </a:stretch>
        </p:blipFill>
        <p:spPr>
          <a:xfrm>
            <a:off x="1703512" y="1412776"/>
            <a:ext cx="8143091" cy="4361154"/>
          </a:xfrm>
          <a:prstGeom prst="rect">
            <a:avLst/>
          </a:prstGeom>
        </p:spPr>
      </p:pic>
    </p:spTree>
    <p:extLst>
      <p:ext uri="{BB962C8B-B14F-4D97-AF65-F5344CB8AC3E}">
        <p14:creationId xmlns:p14="http://schemas.microsoft.com/office/powerpoint/2010/main" val="3576932461"/>
      </p:ext>
    </p:extLst>
  </p:cSld>
  <p:clrMapOvr>
    <a:masterClrMapping/>
  </p:clrMapOvr>
</p:sld>
</file>

<file path=ppt/theme/theme1.xml><?xml version="1.0" encoding="utf-8"?>
<a:theme xmlns:a="http://schemas.openxmlformats.org/drawingml/2006/main" name="Ofis Teması">
  <a:themeElements>
    <a:clrScheme name="Ofi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is">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i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eması">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ct:contentTypeSchema xmlns:ct="http://schemas.microsoft.com/office/2006/metadata/contentType" xmlns:ma="http://schemas.microsoft.com/office/2006/metadata/properties/metaAttributes" ct:_="" ma:_="" ma:contentTypeName="Belge" ma:contentTypeID="0x010100494281186D5F1B49951ED403E0B06B79" ma:contentTypeVersion="0" ma:contentTypeDescription="Yeni belge oluşturun." ma:contentTypeScope="" ma:versionID="b75b61cf32d96954d7eb1ae3a645b24c">
  <xsd:schema xmlns:xsd="http://www.w3.org/2001/XMLSchema" xmlns:xs="http://www.w3.org/2001/XMLSchema" xmlns:p="http://schemas.microsoft.com/office/2006/metadata/properties" targetNamespace="http://schemas.microsoft.com/office/2006/metadata/properties" ma:root="true" ma:fieldsID="ecd3b0253a05933c88100adb54736c6e">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çerik Türü"/>
        <xsd:element ref="dc:title" minOccurs="0" maxOccurs="1" ma:index="4" ma:displayName="Başlık"/>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AE6208DC-257B-4FB4-9230-01285319F2AC}">
  <ds:schemaRefs>
    <ds:schemaRef ds:uri="http://purl.org/dc/elements/1.1/"/>
    <ds:schemaRef ds:uri="http://schemas.microsoft.com/office/2006/metadata/propertie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www.w3.org/XML/1998/namespace"/>
    <ds:schemaRef ds:uri="http://purl.org/dc/dcmitype/"/>
  </ds:schemaRefs>
</ds:datastoreItem>
</file>

<file path=customXml/itemProps2.xml><?xml version="1.0" encoding="utf-8"?>
<ds:datastoreItem xmlns:ds="http://schemas.openxmlformats.org/officeDocument/2006/customXml" ds:itemID="{42A7DE4B-7DE3-4574-B99E-E0DABF3CEBD8}">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customXml/itemProps3.xml><?xml version="1.0" encoding="utf-8"?>
<ds:datastoreItem xmlns:ds="http://schemas.openxmlformats.org/officeDocument/2006/customXml" ds:itemID="{A1E92146-5BB4-4CEB-A23B-4E7ECD39A0C2}">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10867</TotalTime>
  <Words>1608</Words>
  <Application>Microsoft Office PowerPoint</Application>
  <PresentationFormat>Geniş ekran</PresentationFormat>
  <Paragraphs>363</Paragraphs>
  <Slides>18</Slides>
  <Notes>18</Notes>
  <HiddenSlides>0</HiddenSlides>
  <MMClips>0</MMClips>
  <ScaleCrop>false</ScaleCrop>
  <HeadingPairs>
    <vt:vector size="6" baseType="variant">
      <vt:variant>
        <vt:lpstr>Kullanılan Yazı Tipleri</vt:lpstr>
      </vt:variant>
      <vt:variant>
        <vt:i4>4</vt:i4>
      </vt:variant>
      <vt:variant>
        <vt:lpstr>Tema</vt:lpstr>
      </vt:variant>
      <vt:variant>
        <vt:i4>1</vt:i4>
      </vt:variant>
      <vt:variant>
        <vt:lpstr>Slayt Başlıkları</vt:lpstr>
      </vt:variant>
      <vt:variant>
        <vt:i4>18</vt:i4>
      </vt:variant>
    </vt:vector>
  </HeadingPairs>
  <TitlesOfParts>
    <vt:vector size="23" baseType="lpstr">
      <vt:lpstr>Arial</vt:lpstr>
      <vt:lpstr>Arial-Bold</vt:lpstr>
      <vt:lpstr>Calibri</vt:lpstr>
      <vt:lpstr>Cambria</vt:lpstr>
      <vt:lpstr>Ofis Teması</vt:lpstr>
      <vt:lpstr>PowerPoint Sunusu</vt:lpstr>
      <vt:lpstr>Sunum Akışı</vt:lpstr>
      <vt:lpstr>PowerPoint Sunusu</vt:lpstr>
      <vt:lpstr>1. Çalışmaların Yürütülmesi / Sorumluluklar</vt:lpstr>
      <vt:lpstr>PowerPoint Sunusu</vt:lpstr>
      <vt:lpstr>2. Uygulama Prensipleri / Kurallar</vt:lpstr>
      <vt:lpstr>2. Uygulama Prensipleri / Kurallar</vt:lpstr>
      <vt:lpstr>2. Uygulama Prensipleri / Kurallar</vt:lpstr>
      <vt:lpstr>2. Uygulama Prensipleri / Kurallar</vt:lpstr>
      <vt:lpstr>2. Uygulama Prensipleri / Kurallar</vt:lpstr>
      <vt:lpstr>2. Uygulama Prensipleri / Kurallar</vt:lpstr>
      <vt:lpstr>PowerPoint Sunusu</vt:lpstr>
      <vt:lpstr>3. 5S Mavi Bayrak Denetimleri Ünite Danışmanları</vt:lpstr>
      <vt:lpstr>3. Denetim ve Değerlendirmeler 2023</vt:lpstr>
      <vt:lpstr>4. Denetim ve Değerlendirmeler 2023</vt:lpstr>
      <vt:lpstr>3. Denetim ve Değerlendirmeler 2023</vt:lpstr>
      <vt:lpstr>3. Denetim ve Değerlendirmeler 2023</vt:lpstr>
      <vt:lpstr>PowerPoint Sunusu</vt:lpstr>
    </vt:vector>
  </TitlesOfParts>
  <Company>isdemir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Sunusu</dc:title>
  <dc:creator>administrator</dc:creator>
  <cp:keywords/>
  <dc:description/>
  <cp:lastModifiedBy>Mehmet Aygün</cp:lastModifiedBy>
  <cp:revision>1072</cp:revision>
  <cp:lastPrinted>2020-02-20T09:15:46Z</cp:lastPrinted>
  <dcterms:created xsi:type="dcterms:W3CDTF">2015-03-04T14:00:45Z</dcterms:created>
  <dcterms:modified xsi:type="dcterms:W3CDTF">2023-03-30T12:45:44Z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0x010100494281186D5F1B49951ED403E0B06B79</vt:lpwstr>
  </property>
</Properties>
</file>