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6e31714cb04987" /><Relationship Type="http://schemas.openxmlformats.org/officeDocument/2006/relationships/extended-properties" Target="/docProps/app.xml" Id="Ra271f65673c94190" /><Relationship Type="http://schemas.openxmlformats.org/officeDocument/2006/relationships/officeDocument" Target="/ppt/presentation.xml" Id="R7d0c480411954de0" /></Relationships>
</file>

<file path=ppt/presentation.xml><?xml version="1.0" encoding="utf-8"?>
<p:presentation xmlns:p="http://schemas.openxmlformats.org/presentationml/2006/main">
  <p:sldMasterIdLst>
    <p:sldMasterId xmlns:r="http://schemas.openxmlformats.org/officeDocument/2006/relationships" id="2147483648" r:id="Raae9776f6d8546cc"/>
  </p:sldMasterIdLst>
  <p:notesMasterIdLst>
    <p:notesMasterId xmlns:r="http://schemas.openxmlformats.org/officeDocument/2006/relationships" r:id="R60dc2d4b2b2a436f"/>
  </p:notesMasterIdLst>
  <p:sldIdLst>
    <p:sldId xmlns:r="http://schemas.openxmlformats.org/officeDocument/2006/relationships" id="256" r:id="R1d6340677db24c95"/>
    <p:sldId xmlns:r="http://schemas.openxmlformats.org/officeDocument/2006/relationships" id="257" r:id="R09ca604bece2493f"/>
    <p:sldId xmlns:r="http://schemas.openxmlformats.org/officeDocument/2006/relationships" id="258" r:id="R3d6afef1eca3445e"/>
    <p:sldId xmlns:r="http://schemas.openxmlformats.org/officeDocument/2006/relationships" id="259" r:id="R844652ed54c14ade"/>
    <p:sldId xmlns:r="http://schemas.openxmlformats.org/officeDocument/2006/relationships" id="260" r:id="Rca151d1cf2df4cff"/>
    <p:sldId xmlns:r="http://schemas.openxmlformats.org/officeDocument/2006/relationships" id="261" r:id="R90fb0542921a4f3a"/>
    <p:sldId xmlns:r="http://schemas.openxmlformats.org/officeDocument/2006/relationships" id="262" r:id="R47a39617cce34ee2"/>
    <p:sldId xmlns:r="http://schemas.openxmlformats.org/officeDocument/2006/relationships" id="263" r:id="R08f6b16364c644d6"/>
    <p:sldId xmlns:r="http://schemas.openxmlformats.org/officeDocument/2006/relationships" id="264" r:id="R650b70c6d12642bc"/>
    <p:sldId xmlns:r="http://schemas.openxmlformats.org/officeDocument/2006/relationships" id="265" r:id="R90096225c7fd4dfc"/>
    <p:sldId xmlns:r="http://schemas.openxmlformats.org/officeDocument/2006/relationships" id="266" r:id="R3a3016b3ec0c4bc2"/>
    <p:sldId xmlns:r="http://schemas.openxmlformats.org/officeDocument/2006/relationships" id="267" r:id="Raca75be72b794346"/>
    <p:sldId xmlns:r="http://schemas.openxmlformats.org/officeDocument/2006/relationships" id="268" r:id="R3bc429d04b6d4c4b"/>
    <p:sldId xmlns:r="http://schemas.openxmlformats.org/officeDocument/2006/relationships" id="269" r:id="Rfd1a41fab2e847ea"/>
    <p:sldId xmlns:r="http://schemas.openxmlformats.org/officeDocument/2006/relationships" id="270" r:id="R2c8ff34c57934a09"/>
    <p:sldId xmlns:r="http://schemas.openxmlformats.org/officeDocument/2006/relationships" id="271" r:id="Rea98f07fbdb14ba4"/>
    <p:sldId xmlns:r="http://schemas.openxmlformats.org/officeDocument/2006/relationships" id="272" r:id="Ra1ed22fbc3a949a6"/>
    <p:sldId xmlns:r="http://schemas.openxmlformats.org/officeDocument/2006/relationships" id="273" r:id="Rdfd4f729cd574cf1"/>
    <p:sldId xmlns:r="http://schemas.openxmlformats.org/officeDocument/2006/relationships" id="274" r:id="Rbc1793763ed84a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4ce8bf4f8354010" /><Relationship Type="http://schemas.openxmlformats.org/officeDocument/2006/relationships/slideMaster" Target="/ppt/slideMasters/slideMaster1.xml" Id="Raae9776f6d8546cc" /><Relationship Type="http://schemas.openxmlformats.org/officeDocument/2006/relationships/notesMaster" Target="/ppt/notesMasters/notesMaster1.xml" Id="R60dc2d4b2b2a436f" /><Relationship Type="http://schemas.openxmlformats.org/officeDocument/2006/relationships/presProps" Target="/ppt/presProps.xml" Id="R48a2c2704def44e2" /><Relationship Type="http://schemas.openxmlformats.org/officeDocument/2006/relationships/viewProps" Target="/ppt/viewProps.xml" Id="R6814967c7d854100" /><Relationship Type="http://schemas.openxmlformats.org/officeDocument/2006/relationships/tableStyles" Target="/ppt/tableStyles.xml" Id="R3a232f0cfe424cca" /><Relationship Type="http://schemas.openxmlformats.org/officeDocument/2006/relationships/slide" Target="/ppt/slides/slide1.xml" Id="R1d6340677db24c95" /><Relationship Type="http://schemas.openxmlformats.org/officeDocument/2006/relationships/slide" Target="/ppt/slides/slide2.xml" Id="R09ca604bece2493f" /><Relationship Type="http://schemas.openxmlformats.org/officeDocument/2006/relationships/slide" Target="/ppt/slides/slide3.xml" Id="R3d6afef1eca3445e" /><Relationship Type="http://schemas.openxmlformats.org/officeDocument/2006/relationships/slide" Target="/ppt/slides/slide4.xml" Id="R844652ed54c14ade" /><Relationship Type="http://schemas.openxmlformats.org/officeDocument/2006/relationships/slide" Target="/ppt/slides/slide5.xml" Id="Rca151d1cf2df4cff" /><Relationship Type="http://schemas.openxmlformats.org/officeDocument/2006/relationships/slide" Target="/ppt/slides/slide6.xml" Id="R90fb0542921a4f3a" /><Relationship Type="http://schemas.openxmlformats.org/officeDocument/2006/relationships/slide" Target="/ppt/slides/slide7.xml" Id="R47a39617cce34ee2" /><Relationship Type="http://schemas.openxmlformats.org/officeDocument/2006/relationships/slide" Target="/ppt/slides/slide8.xml" Id="R08f6b16364c644d6" /><Relationship Type="http://schemas.openxmlformats.org/officeDocument/2006/relationships/slide" Target="/ppt/slides/slide9.xml" Id="R650b70c6d12642bc" /><Relationship Type="http://schemas.openxmlformats.org/officeDocument/2006/relationships/slide" Target="/ppt/slides/slide10.xml" Id="R90096225c7fd4dfc" /><Relationship Type="http://schemas.openxmlformats.org/officeDocument/2006/relationships/slide" Target="/ppt/slides/slide11.xml" Id="R3a3016b3ec0c4bc2" /><Relationship Type="http://schemas.openxmlformats.org/officeDocument/2006/relationships/slide" Target="/ppt/slides/slide12.xml" Id="Raca75be72b794346" /><Relationship Type="http://schemas.openxmlformats.org/officeDocument/2006/relationships/slide" Target="/ppt/slides/slide13.xml" Id="R3bc429d04b6d4c4b" /><Relationship Type="http://schemas.openxmlformats.org/officeDocument/2006/relationships/slide" Target="/ppt/slides/slide14.xml" Id="Rfd1a41fab2e847ea" /><Relationship Type="http://schemas.openxmlformats.org/officeDocument/2006/relationships/slide" Target="/ppt/slides/slide15.xml" Id="R2c8ff34c57934a09" /><Relationship Type="http://schemas.openxmlformats.org/officeDocument/2006/relationships/slide" Target="/ppt/slides/slide16.xml" Id="Rea98f07fbdb14ba4" /><Relationship Type="http://schemas.openxmlformats.org/officeDocument/2006/relationships/slide" Target="/ppt/slides/slide17.xml" Id="Ra1ed22fbc3a949a6" /><Relationship Type="http://schemas.openxmlformats.org/officeDocument/2006/relationships/slide" Target="/ppt/slides/slide18.xml" Id="Rdfd4f729cd574cf1" /><Relationship Type="http://schemas.openxmlformats.org/officeDocument/2006/relationships/slide" Target="/ppt/slides/slide19.xml" Id="Rbc1793763ed84a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62694a856e4c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is Teması">
  <a:themeElements>
    <a:clrScheme name="Ofis Teması">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is Teması">
      <a:majorFont>
        <a:latin typeface="Calibri"/>
        <a:ea typeface="Calibri"/>
        <a:cs typeface="Calibri"/>
      </a:majorFont>
      <a:minorFont>
        <a:latin typeface="Helvetica"/>
        <a:ea typeface="Helvetica"/>
        <a:cs typeface="Helvetica"/>
      </a:minorFont>
    </a:fontScheme>
    <a:fmtScheme name="Ofis Teması">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d5a1823aac4e42" /><Relationship Type="http://schemas.openxmlformats.org/officeDocument/2006/relationships/notesMaster" Target="/ppt/notesMasters/notesMaster1.xml" Id="Rbf69a85b0e2743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448231dfe644f7" /><Relationship Type="http://schemas.openxmlformats.org/officeDocument/2006/relationships/notesMaster" Target="/ppt/notesMasters/notesMaster1.xml" Id="R97fa8060f98041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699691e9dc4550" /><Relationship Type="http://schemas.openxmlformats.org/officeDocument/2006/relationships/notesMaster" Target="/ppt/notesMasters/notesMaster1.xml" Id="Rb80360f97a294a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da2834ad9243d6" /><Relationship Type="http://schemas.openxmlformats.org/officeDocument/2006/relationships/notesMaster" Target="/ppt/notesMasters/notesMaster1.xml" Id="R770dca29148c4f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16fad0f4f2419e" /><Relationship Type="http://schemas.openxmlformats.org/officeDocument/2006/relationships/notesMaster" Target="/ppt/notesMasters/notesMaster1.xml" Id="Rd2a4301693d44a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1fd552539e44f6" /><Relationship Type="http://schemas.openxmlformats.org/officeDocument/2006/relationships/notesMaster" Target="/ppt/notesMasters/notesMaster1.xml" Id="Rcc94f35b08c549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7f13364cc4454e" /><Relationship Type="http://schemas.openxmlformats.org/officeDocument/2006/relationships/notesMaster" Target="/ppt/notesMasters/notesMaster1.xml" Id="R6b4d925f565645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e98e768edb4886" /><Relationship Type="http://schemas.openxmlformats.org/officeDocument/2006/relationships/notesMaster" Target="/ppt/notesMasters/notesMaster1.xml" Id="Rab7791e9703d4c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6a2cb669c94ea2" /><Relationship Type="http://schemas.openxmlformats.org/officeDocument/2006/relationships/notesMaster" Target="/ppt/notesMasters/notesMaster1.xml" Id="R0a877cd209ce41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bb0fbb1ea34984" /><Relationship Type="http://schemas.openxmlformats.org/officeDocument/2006/relationships/notesMaster" Target="/ppt/notesMasters/notesMaster1.xml" Id="Rfc976d6bcded4e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ea1a9141e74b7f" /><Relationship Type="http://schemas.openxmlformats.org/officeDocument/2006/relationships/notesMaster" Target="/ppt/notesMasters/notesMaster1.xml" Id="Re13664e6f2a54d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5f3afa7f0f4964" /><Relationship Type="http://schemas.openxmlformats.org/officeDocument/2006/relationships/notesMaster" Target="/ppt/notesMasters/notesMaster1.xml" Id="R3f000704d53843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d3895d42dd44b7" /><Relationship Type="http://schemas.openxmlformats.org/officeDocument/2006/relationships/notesMaster" Target="/ppt/notesMasters/notesMaster1.xml" Id="R4b17177e754044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1d6fd256c946d7" /><Relationship Type="http://schemas.openxmlformats.org/officeDocument/2006/relationships/notesMaster" Target="/ppt/notesMasters/notesMaster1.xml" Id="R4196cb2248f740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b3377d3a80a45ca" /><Relationship Type="http://schemas.openxmlformats.org/officeDocument/2006/relationships/notesMaster" Target="/ppt/notesMasters/notesMaster1.xml" Id="Rf12ad09c8df544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59fd6789ad4c0c" /><Relationship Type="http://schemas.openxmlformats.org/officeDocument/2006/relationships/notesMaster" Target="/ppt/notesMasters/notesMaster1.xml" Id="R785e93a26373473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575355f0a644d9" /><Relationship Type="http://schemas.openxmlformats.org/officeDocument/2006/relationships/notesMaster" Target="/ppt/notesMasters/notesMaster1.xml" Id="R681f6f44d0414de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a41bbafd5b4455" /><Relationship Type="http://schemas.openxmlformats.org/officeDocument/2006/relationships/notesMaster" Target="/ppt/notesMasters/notesMaster1.xml" Id="R1dc02cb2d37f4e1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7140096df34f4c" /><Relationship Type="http://schemas.openxmlformats.org/officeDocument/2006/relationships/notesMaster" Target="/ppt/notesMasters/notesMaster1.xml" Id="R29336af300384d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sayfa videonun durağan önizlemesidir. Gömülü video düzenleme aracında korunamadı. PowerPoint içinde orijinal sunumdaki 8. sayfayı Kaynak Biçimlendirmesini Koru seçeneği ile kopyalayın.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Kullanıcının Pelin_Yener_Sunum.pptx sunumundaki uygulama ekranı.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Kullanıcının Pelin_Yener_Sunum.pptx sunumundaki uygulama ekranı.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Kullanıcının Pelin_Yener_Sunum.pptx sunumundaki uygulama ekranı.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Kullanıcının Pelin_Yener_Sunum.pptx sunumundaki uygulama ekranı.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Kullanıcının Pelin_Yener_Sunum.pptx sunumundaki uygulama ekranı.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Kullanıcının Pelin_Yener_Sunum.pptx sunumundaki uygulama ekranı.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Kullanıcının Pelin_Yener_Sunum.pptx sunumundaki uygulama ekranı.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Kullanıcının Pelin_Yener_Sunum.pptx sunumundaki uygulama ekranı.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Kullanıcının Pelin_Yener_Sunum.pptx sunumundaki uygulama ekranı.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Kullanıcının Pelin_Yener_Sunum.pptx sunumundaki uygulama ekranı.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c596371e4c4e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0134b537e04686" /><Relationship Type="http://schemas.openxmlformats.org/officeDocument/2006/relationships/image" Target="/ppt/media/image.png" Id="Ra342ce384faa4b12" /><Relationship Type="http://schemas.openxmlformats.org/officeDocument/2006/relationships/image" Target="/ppt/media/image2.jpeg" Id="R7097c5b971384c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fabb79a8b049e7" /><Relationship Type="http://schemas.openxmlformats.org/officeDocument/2006/relationships/image" Target="/ppt/media/image.png" Id="R89b4f6cd2b554e2e" /><Relationship Type="http://schemas.openxmlformats.org/officeDocument/2006/relationships/image" Target="/ppt/media/image3.jpeg" Id="Rc30a2331b0a5458c" /></Relationships>
</file>

<file path=ppt/slideLayouts/slideLayout1.xml><?xml version="1.0" encoding="utf-8"?>
<p:sldLayout xmlns:p="http://schemas.openxmlformats.org/presentationml/2006/main">
  <p:cSld name="Başlık Slaydı">
    <p:spTree>
      <p:nvGrpSpPr>
        <p:cNvPr id="1" name=""/>
        <p:cNvGrpSpPr/>
        <p:nvPr/>
      </p:nvGrpSpPr>
      <p:grpSpPr>
        <a:xfrm xmlns:a="http://schemas.openxmlformats.org/drawingml/2006/main"/>
      </p:grpSpPr>
      <p:sp>
        <p:nvSpPr>
          <p:cNvPr id="13" name="Slayt Numarası">
            <a:extLst xmlns:a="http://schemas.openxmlformats.org/drawingml/2006/main">
              <a:ext uri="{FF2B5EF4-FFF2-40B4-BE49-F238E27FC236}">
                <a16:creationId xmlns:a16="http://schemas.microsoft.com/office/drawing/2014/main" id="{7C404D0B-E1CE-46C3-BDD5-79D96FBFB3D4}"/>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spTree>
  </p:cSld>
</p:sldLayout>
</file>

<file path=ppt/slideLayouts/slideLayout2.xml><?xml version="1.0" encoding="utf-8"?>
<p:sldLayout xmlns:p="http://schemas.openxmlformats.org/presentationml/2006/main" showMasterSp="0">
  <p:cSld name="Başlık ve İçerik">
    <p:spTree>
      <p:nvGrpSpPr>
        <p:cNvPr id="1" name=""/>
        <p:cNvGrpSpPr/>
        <p:nvPr/>
      </p:nvGrpSpPr>
      <p:grpSpPr>
        <a:xfrm xmlns:a="http://schemas.openxmlformats.org/drawingml/2006/main"/>
      </p:grpSpPr>
      <p:sp>
        <p:nvSpPr>
          <p:cNvPr id="20" name="Düz Bağlayıcı 6">
            <a:extLst xmlns:a="http://schemas.openxmlformats.org/drawingml/2006/main">
              <a:ext uri="{FF2B5EF4-FFF2-40B4-BE49-F238E27FC236}">
                <a16:creationId xmlns:a16="http://schemas.microsoft.com/office/drawing/2014/main" id="{6E22617F-2B2A-4D65-9A5D-2FA2BC13151F}"/>
              </a:ext>
            </a:extLst>
          </p:cNvPr>
          <p:cNvSpPr>
            <a:spLocks xmlns:a="http://schemas.openxmlformats.org/drawingml/2006/main" noGrp="1"/>
          </p:cNvSpPr>
          <p:nvPr/>
        </p:nvSpPr>
        <p:spPr>
          <a:xfrm xmlns:a="http://schemas.openxmlformats.org/drawingml/2006/main" flipH="1">
            <a:off x="5519935" y="836712"/>
            <a:ext cx="1" cy="5400600"/>
          </a:xfrm>
          <a:prstGeom xmlns:a="http://schemas.openxmlformats.org/drawingml/2006/main" prst="line">
            <a:avLst/>
          </a:prstGeom>
          <a:ln xmlns:a="http://schemas.openxmlformats.org/drawingml/2006/main" w="19050">
            <a:solidFill>
              <a:srgbClr val="FF0000"/>
            </a:solidFill>
          </a:ln>
        </p:spPr>
        <p:txBody>
          <a:bodyPr xmlns:a="http://schemas.openxmlformats.org/drawingml/2006/main" lIns="45719" rIns="45719"/>
          <a:lstStyle xmlns:a="http://schemas.openxmlformats.org/drawingml/2006/main"/>
          <a:p xmlns:a="http://schemas.openxmlformats.org/drawingml/2006/main">
            <a:endParaRPr/>
          </a:p>
        </p:txBody>
      </p:sp>
      <p:sp>
        <p:nvSpPr>
          <p:cNvPr id="23" name="Slayt Numarası">
            <a:extLst xmlns:a="http://schemas.openxmlformats.org/drawingml/2006/main">
              <a:ext uri="{FF2B5EF4-FFF2-40B4-BE49-F238E27FC236}">
                <a16:creationId xmlns:a16="http://schemas.microsoft.com/office/drawing/2014/main" id="{30085007-F105-4FA7-B84B-CECCDF39B301}"/>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a:t>
            </a:fld>
            <a:endParaRPr/>
          </a:p>
        </p:txBody>
      </p:sp>
      <p:pic>
        <p:nvPicPr>
          <p:cNvPr id="28" name="Resim 5"/>
          <p:cNvPicPr>
            <a:picLocks xmlns:a="http://schemas.openxmlformats.org/drawingml/2006/main" noChangeAspect="1"/>
          </p:cNvPicPr>
          <p:nvPr/>
        </p:nvPicPr>
        <p:blipFill>
          <a:blip xmlns:r="http://schemas.openxmlformats.org/officeDocument/2006/relationships" xmlns:a="http://schemas.openxmlformats.org/drawingml/2006/main" r:embed="Ra342ce384faa4b12"/>
          <a:stretch xmlns:a="http://schemas.openxmlformats.org/drawingml/2006/main">
            <a:fillRect l="0" t="0" r="0" b="0"/>
          </a:stretch>
        </p:blipFill>
        <p:spPr>
          <a:xfrm xmlns:a="http://schemas.openxmlformats.org/drawingml/2006/main">
            <a:off x="263351" y="5949279"/>
            <a:ext cx="2340001" cy="708686"/>
          </a:xfrm>
          <a:prstGeom xmlns:a="http://schemas.openxmlformats.org/drawingml/2006/main" prst="rect">
            <a:avLst/>
          </a:prstGeom>
          <a:ln xmlns:a="http://schemas.openxmlformats.org/drawingml/2006/main" w="12700">
            <a:miter/>
          </a:ln>
        </p:spPr>
      </p:pic>
      <p:pic>
        <p:nvPicPr>
          <p:cNvPr id="29" name="Resim 1"/>
          <p:cNvPicPr>
            <a:picLocks xmlns:a="http://schemas.openxmlformats.org/drawingml/2006/main" noChangeAspect="1"/>
          </p:cNvPicPr>
          <p:nvPr/>
        </p:nvPicPr>
        <p:blipFill>
          <a:blip xmlns:r="http://schemas.openxmlformats.org/officeDocument/2006/relationships" xmlns:a="http://schemas.openxmlformats.org/drawingml/2006/main" r:embed="R7097c5b971384c0f"/>
          <a:stretch xmlns:a="http://schemas.openxmlformats.org/drawingml/2006/main">
            <a:fillRect l="0" t="0" r="0" b="0"/>
          </a:stretch>
        </p:blipFill>
        <p:spPr>
          <a:xfrm xmlns:a="http://schemas.openxmlformats.org/drawingml/2006/main">
            <a:off x="669473" y="2466012"/>
            <a:ext cx="3867758" cy="2142000"/>
          </a:xfrm>
          <a:prstGeom xmlns:a="http://schemas.openxmlformats.org/drawingml/2006/main" prst="rect">
            <a:avLst/>
          </a:prstGeom>
        </p:spPr>
      </p:pic>
    </p:spTree>
  </p:cSld>
</p:sldLayout>
</file>

<file path=ppt/slideLayouts/slideLayout3.xml><?xml version="1.0" encoding="utf-8"?>
<p:sldLayout xmlns:p="http://schemas.openxmlformats.org/presentationml/2006/main" showMasterSp="0">
  <p:cSld name="1_Başlık ve İçerik">
    <p:spTree>
      <p:nvGrpSpPr>
        <p:cNvPr id="1" name=""/>
        <p:cNvGrpSpPr/>
        <p:nvPr/>
      </p:nvGrpSpPr>
      <p:grpSpPr>
        <a:xfrm xmlns:a="http://schemas.openxmlformats.org/drawingml/2006/main"/>
      </p:grpSpPr>
      <p:sp>
        <p:nvSpPr>
          <p:cNvPr id="30" name="Gövde Düzeyi Bir…">
            <a:extLst xmlns:a="http://schemas.openxmlformats.org/drawingml/2006/main">
              <a:ext uri="{FF2B5EF4-FFF2-40B4-BE49-F238E27FC236}">
                <a16:creationId xmlns:a16="http://schemas.microsoft.com/office/drawing/2014/main" id="{7372D479-91E0-409D-B0E1-9CFC13A3E5E5}"/>
              </a:ext>
            </a:extLst>
          </p:cNvPr>
          <p:cNvSpPr>
            <a:spLocks xmlns:a="http://schemas.openxmlformats.org/drawingml/2006/main" noGrp="1"/>
          </p:cNvSpPr>
          <p:nvPr>
            <p:ph type="body" idx="1"/>
          </p:nvPr>
        </p:nvSpPr>
        <p:spPr>
          <a:xfrm xmlns:a="http://schemas.openxmlformats.org/drawingml/2006/main">
            <a:off x="1031438" y="1486801"/>
            <a:ext cx="10129126" cy="4462480"/>
          </a:xfrm>
          <a:prstGeom xmlns:a="http://schemas.openxmlformats.org/drawingml/2006/main" prst="rect">
            <a:avLst/>
          </a:prstGeom>
        </p:spPr>
        <p:txBody>
          <a:bodyPr xmlns:a="http://schemas.openxmlformats.org/drawingml/2006/main">
            <a:normAutofit/>
          </a:bodyPr>
          <a:lstStyle xmlns:a="http://schemas.openxmlformats.org/drawingml/2006/main">
            <a:lvl1pPr>
              <a:spcBef>
                <a:spcPts val="600"/>
              </a:spcBef>
              <a:buClr>
                <a:srgbClr val="FF0000"/>
              </a:buClr>
              <a:buChar char="&gt;"/>
              <a:defRPr sz="2600" b="1">
                <a:latin typeface="Arial"/>
                <a:ea typeface="Arial"/>
                <a:cs typeface="Arial"/>
              </a:defRPr>
            </a:lvl1pPr>
            <a:lvl2pPr marL="952500" indent="-495300">
              <a:spcBef>
                <a:spcPts val="600"/>
              </a:spcBef>
              <a:buClr>
                <a:srgbClr val="FF0000"/>
              </a:buClr>
              <a:buChar char="&gt;"/>
              <a:defRPr sz="2600" b="1">
                <a:latin typeface="Arial"/>
                <a:ea typeface="Arial"/>
                <a:cs typeface="Arial"/>
              </a:defRPr>
            </a:lvl2pPr>
            <a:lvl3pPr marL="1184563" indent="-270163">
              <a:spcBef>
                <a:spcPts val="600"/>
              </a:spcBef>
              <a:buClr>
                <a:srgbClr val="FF0000"/>
              </a:buClr>
              <a:buChar char="&gt;"/>
              <a:defRPr sz="2600" b="1">
                <a:latin typeface="Arial"/>
                <a:ea typeface="Arial"/>
                <a:cs typeface="Arial"/>
              </a:defRPr>
            </a:lvl3pPr>
            <a:lvl4pPr marL="1668779" indent="-297179">
              <a:spcBef>
                <a:spcPts val="600"/>
              </a:spcBef>
              <a:buClr>
                <a:srgbClr val="FF0000"/>
              </a:buClr>
              <a:buChar char="&gt;"/>
              <a:defRPr sz="2600" b="1">
                <a:latin typeface="Arial"/>
                <a:ea typeface="Arial"/>
                <a:cs typeface="Arial"/>
              </a:defRPr>
            </a:lvl4pPr>
            <a:lvl5pPr marL="2178423" indent="-349623">
              <a:spcBef>
                <a:spcPts val="600"/>
              </a:spcBef>
              <a:buClr>
                <a:srgbClr val="FF0000"/>
              </a:buClr>
              <a:buChar char="&gt;"/>
              <a:defRPr sz="2600" b="1">
                <a:latin typeface="Arial"/>
                <a:ea typeface="Arial"/>
                <a:cs typeface="Arial"/>
              </a:defRPr>
            </a:lvl5pPr>
          </a:lstStyle>
          <a:p xmlns:a="http://schemas.openxmlformats.org/drawingml/2006/main">
            <a:r>
              <a:t>Gövde Düzeyi Bir</a:t>
            </a:r>
          </a:p>
          <a:p xmlns:a="http://schemas.openxmlformats.org/drawingml/2006/main">
            <a:pPr lvl="1">
              <a:buNone/>
            </a:pPr>
            <a:r>
              <a:t>Gövde Düzeyi İki</a:t>
            </a:r>
          </a:p>
          <a:p xmlns:a="http://schemas.openxmlformats.org/drawingml/2006/main">
            <a:pPr lvl="2">
              <a:buNone/>
            </a:pPr>
            <a:r>
              <a:t>Gövde Düzeyi Üç</a:t>
            </a:r>
          </a:p>
          <a:p xmlns:a="http://schemas.openxmlformats.org/drawingml/2006/main">
            <a:pPr lvl="3">
              <a:buNone/>
            </a:pPr>
            <a:r>
              <a:t>Gövde Düzeyi Dört</a:t>
            </a:r>
          </a:p>
          <a:p xmlns:a="http://schemas.openxmlformats.org/drawingml/2006/main">
            <a:pPr lvl="4">
              <a:buNone/>
            </a:pPr>
            <a:r>
              <a:t>Gövde Düzeyi Beş</a:t>
            </a:r>
          </a:p>
        </p:txBody>
      </p:sp>
      <p:sp>
        <p:nvSpPr>
          <p:cNvPr id="31" name="Başlık Metni">
            <a:extLst xmlns:a="http://schemas.openxmlformats.org/drawingml/2006/main">
              <a:ext uri="{FF2B5EF4-FFF2-40B4-BE49-F238E27FC236}">
                <a16:creationId xmlns:a16="http://schemas.microsoft.com/office/drawing/2014/main" id="{F91711F9-7B27-4A90-8FF3-83A76010B8E0}"/>
              </a:ext>
            </a:extLst>
          </p:cNvPr>
          <p:cNvSpPr>
            <a:spLocks xmlns:a="http://schemas.openxmlformats.org/drawingml/2006/main" noGrp="1"/>
          </p:cNvSpPr>
          <p:nvPr>
            <p:ph type="title" idx="0"/>
          </p:nvPr>
        </p:nvSpPr>
        <p:spPr>
          <a:xfrm xmlns:a="http://schemas.openxmlformats.org/drawingml/2006/main">
            <a:off x="812800" y="331200"/>
            <a:ext cx="8328391" cy="522001"/>
          </a:xfrm>
          <a:prstGeom xmlns:a="http://schemas.openxmlformats.org/drawingml/2006/main" prst="rect">
            <a:avLst/>
          </a:prstGeom>
        </p:spPr>
        <p:txBody>
          <a:bodyPr xmlns:a="http://schemas.openxmlformats.org/drawingml/2006/main" anchor="t">
            <a:normAutofit/>
          </a:bodyPr>
          <a:lstStyle xmlns:a="http://schemas.openxmlformats.org/drawingml/2006/main">
            <a:lvl1pPr algn="l">
              <a:buNone/>
              <a:defRPr sz="2800" b="1">
                <a:latin typeface="Arial"/>
                <a:ea typeface="Arial"/>
                <a:cs typeface="Arial"/>
              </a:defRPr>
            </a:lvl1pPr>
          </a:lstStyle>
          <a:p xmlns:a="http://schemas.openxmlformats.org/drawingml/2006/main">
            <a:r>
              <a:t>Başlık Metni</a:t>
            </a:r>
          </a:p>
        </p:txBody>
      </p:sp>
      <p:sp>
        <p:nvSpPr>
          <p:cNvPr id="33" name="Straight Connector 16">
            <a:extLst xmlns:a="http://schemas.openxmlformats.org/drawingml/2006/main">
              <a:ext uri="{FF2B5EF4-FFF2-40B4-BE49-F238E27FC236}">
                <a16:creationId xmlns:a16="http://schemas.microsoft.com/office/drawing/2014/main" id="{3C72A449-9687-4256-8C8F-077D97DDCA70}"/>
              </a:ext>
            </a:extLst>
          </p:cNvPr>
          <p:cNvSpPr>
            <a:spLocks xmlns:a="http://schemas.openxmlformats.org/drawingml/2006/main" noGrp="1"/>
          </p:cNvSpPr>
          <p:nvPr/>
        </p:nvSpPr>
        <p:spPr>
          <a:xfrm xmlns:a="http://schemas.openxmlformats.org/drawingml/2006/main">
            <a:off x="815413" y="6454459"/>
            <a:ext cx="1" cy="403541"/>
          </a:xfrm>
          <a:prstGeom xmlns:a="http://schemas.openxmlformats.org/drawingml/2006/main" prst="line">
            <a:avLst/>
          </a:prstGeom>
          <a:ln xmlns:a="http://schemas.openxmlformats.org/drawingml/2006/main" w="25400">
            <a:solidFill>
              <a:srgbClr val="FF0000"/>
            </a:solidFill>
          </a:ln>
        </p:spPr>
        <p:txBody>
          <a:bodyPr xmlns:a="http://schemas.openxmlformats.org/drawingml/2006/main" lIns="45719" rIns="45719"/>
          <a:lstStyle xmlns:a="http://schemas.openxmlformats.org/drawingml/2006/main"/>
          <a:p xmlns:a="http://schemas.openxmlformats.org/drawingml/2006/main">
            <a:endParaRPr/>
          </a:p>
        </p:txBody>
      </p:sp>
      <p:sp>
        <p:nvSpPr>
          <p:cNvPr id="34" name="TextBox 17">
            <a:extLst xmlns:a="http://schemas.openxmlformats.org/drawingml/2006/main">
              <a:ext uri="{FF2B5EF4-FFF2-40B4-BE49-F238E27FC236}">
                <a16:creationId xmlns:a16="http://schemas.microsoft.com/office/drawing/2014/main" id="{C95BFC47-DE82-44BD-A489-8EB4FA8938E9}"/>
              </a:ext>
            </a:extLst>
          </p:cNvPr>
          <p:cNvSpPr>
            <a:spLocks xmlns:a="http://schemas.openxmlformats.org/drawingml/2006/main" noGrp="1"/>
          </p:cNvSpPr>
          <p:nvPr/>
        </p:nvSpPr>
        <p:spPr>
          <a:xfrm xmlns:a="http://schemas.openxmlformats.org/drawingml/2006/main">
            <a:off x="861133" y="6477105"/>
            <a:ext cx="739762" cy="226987"/>
          </a:xfrm>
          <a:prstGeom xmlns:a="http://schemas.openxmlformats.org/drawingml/2006/main" prst="rect">
            <a:avLst/>
          </a:prstGeom>
          <a:ln xmlns:a="http://schemas.openxmlformats.org/drawingml/2006/main" w="12700"/>
        </p:spPr>
        <p:txBody>
          <a:bodyPr xmlns:a="http://schemas.openxmlformats.org/drawingml/2006/main" wrap="none" lIns="45719" rIns="45719">
            <a:spAutoFit/>
          </a:bodyPr>
          <a:lstStyle xmlns:a="http://schemas.openxmlformats.org/drawingml/2006/main">
            <a:lvl1pPr>
              <a:buNone/>
              <a:defRPr sz="1000">
                <a:latin typeface="Arial"/>
                <a:ea typeface="Arial"/>
                <a:cs typeface="Arial"/>
              </a:defRPr>
            </a:lvl1pPr>
          </a:lstStyle>
          <a:p xmlns:a="http://schemas.openxmlformats.org/drawingml/2006/main">
            <a:r>
              <a:t>01.09.2026</a:t>
            </a:r>
          </a:p>
        </p:txBody>
      </p:sp>
      <p:sp>
        <p:nvSpPr>
          <p:cNvPr id="35" name="Straight Connector 13">
            <a:extLst xmlns:a="http://schemas.openxmlformats.org/drawingml/2006/main">
              <a:ext uri="{FF2B5EF4-FFF2-40B4-BE49-F238E27FC236}">
                <a16:creationId xmlns:a16="http://schemas.microsoft.com/office/drawing/2014/main" id="{853E5E61-9C3D-4D94-8A84-7D22A08314F3}"/>
              </a:ext>
            </a:extLst>
          </p:cNvPr>
          <p:cNvSpPr>
            <a:spLocks xmlns:a="http://schemas.openxmlformats.org/drawingml/2006/main" noGrp="1"/>
          </p:cNvSpPr>
          <p:nvPr/>
        </p:nvSpPr>
        <p:spPr>
          <a:xfrm xmlns:a="http://schemas.openxmlformats.org/drawingml/2006/main">
            <a:off x="812800" y="904875"/>
            <a:ext cx="10566401" cy="1589"/>
          </a:xfrm>
          <a:prstGeom xmlns:a="http://schemas.openxmlformats.org/drawingml/2006/main" prst="line">
            <a:avLst/>
          </a:prstGeom>
          <a:ln xmlns:a="http://schemas.openxmlformats.org/drawingml/2006/main" w="12700">
            <a:solidFill>
              <a:srgbClr val="A6A6A6"/>
            </a:solidFill>
          </a:ln>
        </p:spPr>
        <p:txBody>
          <a:bodyPr xmlns:a="http://schemas.openxmlformats.org/drawingml/2006/main" lIns="45719" rIns="45719"/>
          <a:lstStyle xmlns:a="http://schemas.openxmlformats.org/drawingml/2006/main"/>
          <a:p xmlns:a="http://schemas.openxmlformats.org/drawingml/2006/main">
            <a:endParaRPr/>
          </a:p>
        </p:txBody>
      </p:sp>
      <p:pic>
        <p:nvPicPr>
          <p:cNvPr id="43" name="Resim 5"/>
          <p:cNvPicPr>
            <a:picLocks xmlns:a="http://schemas.openxmlformats.org/drawingml/2006/main" noChangeAspect="1"/>
          </p:cNvPicPr>
          <p:nvPr/>
        </p:nvPicPr>
        <p:blipFill>
          <a:blip xmlns:r="http://schemas.openxmlformats.org/officeDocument/2006/relationships" xmlns:a="http://schemas.openxmlformats.org/drawingml/2006/main" r:embed="R89b4f6cd2b554e2e"/>
          <a:stretch xmlns:a="http://schemas.openxmlformats.org/drawingml/2006/main">
            <a:fillRect l="0" t="0" r="0" b="0"/>
          </a:stretch>
        </p:blipFill>
        <p:spPr>
          <a:xfrm xmlns:a="http://schemas.openxmlformats.org/drawingml/2006/main">
            <a:off x="4925999" y="5995406"/>
            <a:ext cx="2340001" cy="708686"/>
          </a:xfrm>
          <a:prstGeom xmlns:a="http://schemas.openxmlformats.org/drawingml/2006/main" prst="rect">
            <a:avLst/>
          </a:prstGeom>
          <a:ln xmlns:a="http://schemas.openxmlformats.org/drawingml/2006/main" w="12700">
            <a:miter/>
          </a:ln>
        </p:spPr>
      </p:pic>
      <p:sp>
        <p:nvSpPr>
          <p:cNvPr id="2" name="Metin kutusu 1">
            <a:extLst xmlns:a="http://schemas.openxmlformats.org/drawingml/2006/main">
              <a:ext uri="{FF2B5EF4-FFF2-40B4-BE49-F238E27FC236}">
                <a16:creationId xmlns:a16="http://schemas.microsoft.com/office/drawing/2014/main" id="{B5518F36-06AB-F83E-71CE-C68D5F54EE06}"/>
              </a:ext>
            </a:extLst>
          </p:cNvPr>
          <p:cNvSpPr>
            <a:spLocks xmlns:a="http://schemas.openxmlformats.org/drawingml/2006/main" noGrp="1"/>
          </p:cNvSpPr>
          <p:nvPr/>
        </p:nvSpPr>
        <p:spPr>
          <a:xfrm xmlns:a="http://schemas.openxmlformats.org/drawingml/2006/main">
            <a:off x="215661" y="6477105"/>
            <a:ext cx="554032" cy="276997"/>
          </a:xfrm>
          <a:prstGeom xmlns:a="http://schemas.openxmlformats.org/drawingml/2006/main" prst="rect">
            <a:avLst/>
          </a:prstGeom>
          <a:noFill xmlns:a="http://schemas.openxmlformats.org/drawingml/2006/main"/>
          <a:ln xmlns:a="http://schemas.openxmlformats.org/drawingml/2006/main" w="127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45719" tIns="45719" rIns="45719" bIns="45719" anchor="t">
            <a:spAutoFit/>
          </a:bodyPr>
          <a:lstStyle xmlns:a="http://schemas.openxmlformats.org/drawingml/2006/main"/>
          <a:p xmlns:a="http://schemas.openxmlformats.org/drawingml/2006/main">
            <a:pPr marL="0" marR="0" indent="0" algn="l" defTabSz="914400">
              <a:lnSpc>
                <a:spcPct val="100000"/>
              </a:lnSpc>
              <a:spcBef>
                <a:spcPts val="0"/>
              </a:spcBef>
              <a:spcAft>
                <a:spcPts val="0"/>
              </a:spcAft>
              <a:buClrTx/>
              <a:buSzTx/>
              <a:buFontTx/>
              <a:buNone/>
            </a:pPr>
            <a:fld id="{800EF22F-9318-DC92-CD1F-214271E131F5}" type="slidenum">
              <a:rPr sz="1200" b="0" i="0" u="none" cap="none" spc="0">
                <a:ln>
                  <a:noFill/>
                </a:ln>
                <a:solidFill>
                  <a:srgbClr val="000000"/>
                </a:solidFill>
                <a:latin typeface="+mj-lt"/>
                <a:ea typeface="+mj-lt"/>
                <a:cs typeface="+mj-lt"/>
              </a:rPr>
              <a:t>‹#›/19</a:t>
            </a:fld>
          </a:p>
        </p:txBody>
      </p:sp>
      <p:pic>
        <p:nvPicPr>
          <p:cNvPr id="45" name="Resim 2"/>
          <p:cNvPicPr>
            <a:picLocks xmlns:a="http://schemas.openxmlformats.org/drawingml/2006/main" noChangeAspect="1"/>
          </p:cNvPicPr>
          <p:nvPr/>
        </p:nvPicPr>
        <p:blipFill>
          <a:blip xmlns:r="http://schemas.openxmlformats.org/officeDocument/2006/relationships" xmlns:a="http://schemas.openxmlformats.org/drawingml/2006/main" r:embed="Rc30a2331b0a5458c"/>
          <a:stretch xmlns:a="http://schemas.openxmlformats.org/drawingml/2006/main">
            <a:fillRect l="0" t="0" r="0" b="0"/>
          </a:stretch>
        </p:blipFill>
        <p:spPr>
          <a:xfrm xmlns:a="http://schemas.openxmlformats.org/drawingml/2006/main">
            <a:off x="10025336" y="133201"/>
            <a:ext cx="1300088" cy="72000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dfdeb7a002a94dee" /><Relationship Type="http://schemas.openxmlformats.org/officeDocument/2006/relationships/image" Target="/ppt/media/image.jpeg" Id="R26c186d6222d4f53" /><Relationship Type="http://schemas.openxmlformats.org/officeDocument/2006/relationships/theme" Target="/ppt/slideMasters/theme/theme2.xml" Id="R2b4bf115a06b411f" /><Relationship Type="http://schemas.openxmlformats.org/officeDocument/2006/relationships/slideLayout" Target="/ppt/slideLayouts/slideLayout1.xml" Id="R6f903ed3163440bb" /><Relationship Type="http://schemas.openxmlformats.org/officeDocument/2006/relationships/slideLayout" Target="/ppt/slideLayouts/slideLayout2.xml" Id="R1b20aa283b49475e" /><Relationship Type="http://schemas.openxmlformats.org/officeDocument/2006/relationships/slideLayout" Target="/ppt/slideLayouts/slideLayout3.xml" Id="R53f0662e89374e95"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Başlık Metni">
            <a:extLst xmlns:a="http://schemas.openxmlformats.org/drawingml/2006/main">
              <a:ext uri="{FF2B5EF4-FFF2-40B4-BE49-F238E27FC236}">
                <a16:creationId xmlns:a16="http://schemas.microsoft.com/office/drawing/2014/main" id="{232034AA-AD71-430F-8084-88C4B6F363A0}"/>
              </a:ext>
            </a:extLst>
          </p:cNvPr>
          <p:cNvSpPr>
            <a:spLocks xmlns:a="http://schemas.openxmlformats.org/drawingml/2006/main" noGrp="1"/>
          </p:cNvSpPr>
          <p:nvPr>
            <p:ph type="title" idx="0"/>
          </p:nvPr>
        </p:nvSpPr>
        <p:spPr>
          <a:xfrm xmlns:a="http://schemas.openxmlformats.org/drawingml/2006/main">
            <a:off x="609600" y="92074"/>
            <a:ext cx="10972800" cy="1508127"/>
          </a:xfrm>
          <a:prstGeom xmlns:a="http://schemas.openxmlformats.org/drawingml/2006/main" prst="rect">
            <a:avLst/>
          </a:prstGeom>
          <a:ln xmlns:a="http://schemas.openxmlformats.org/drawingml/2006/main" w="12700"/>
        </p:spPr>
        <p:txBody>
          <a:bodyPr xmlns:a="http://schemas.openxmlformats.org/drawingml/2006/main" lIns="45719" rIns="45719" anchor="ctr"/>
          <a:lstStyle xmlns:a="http://schemas.openxmlformats.org/drawingml/2006/main"/>
          <a:p xmlns:a="http://schemas.openxmlformats.org/drawingml/2006/main">
            <a:r>
              <a:t>Başlık Metni</a:t>
            </a:r>
          </a:p>
        </p:txBody>
      </p:sp>
      <p:sp>
        <p:nvSpPr>
          <p:cNvPr id="5" name="Gövde Düzeyi Bir…">
            <a:extLst xmlns:a="http://schemas.openxmlformats.org/drawingml/2006/main">
              <a:ext uri="{FF2B5EF4-FFF2-40B4-BE49-F238E27FC236}">
                <a16:creationId xmlns:a16="http://schemas.microsoft.com/office/drawing/2014/main" id="{C6F0D620-D64A-44BB-BA6A-E745CFBB0CEC}"/>
              </a:ext>
            </a:extLst>
          </p:cNvPr>
          <p:cNvSpPr>
            <a:spLocks xmlns:a="http://schemas.openxmlformats.org/drawingml/2006/main" noGrp="1"/>
          </p:cNvSpPr>
          <p:nvPr>
            <p:ph type="body" idx="1"/>
          </p:nvPr>
        </p:nvSpPr>
        <p:spPr>
          <a:xfrm xmlns:a="http://schemas.openxmlformats.org/drawingml/2006/main">
            <a:off x="609600" y="1600200"/>
            <a:ext cx="10972800" cy="5257800"/>
          </a:xfrm>
          <a:prstGeom xmlns:a="http://schemas.openxmlformats.org/drawingml/2006/main" prst="rect">
            <a:avLst/>
          </a:prstGeom>
          <a:ln xmlns:a="http://schemas.openxmlformats.org/drawingml/2006/main" w="12700"/>
        </p:spPr>
        <p:txBody>
          <a:bodyPr xmlns:a="http://schemas.openxmlformats.org/drawingml/2006/main" lIns="45719" rIns="45719"/>
          <a:lstStyle xmlns:a="http://schemas.openxmlformats.org/drawingml/2006/main"/>
          <a:p xmlns:a="http://schemas.openxmlformats.org/drawingml/2006/main">
            <a:r>
              <a:t>Gövde Düzeyi Bir</a:t>
            </a:r>
          </a:p>
          <a:p xmlns:a="http://schemas.openxmlformats.org/drawingml/2006/main">
            <a:pPr lvl="1">
              <a:buNone/>
            </a:pPr>
            <a:r>
              <a:t>Gövde Düzeyi İki</a:t>
            </a:r>
          </a:p>
          <a:p xmlns:a="http://schemas.openxmlformats.org/drawingml/2006/main">
            <a:pPr lvl="2">
              <a:buNone/>
            </a:pPr>
            <a:r>
              <a:t>Gövde Düzeyi Üç</a:t>
            </a:r>
          </a:p>
          <a:p xmlns:a="http://schemas.openxmlformats.org/drawingml/2006/main">
            <a:pPr lvl="3">
              <a:buNone/>
            </a:pPr>
            <a:r>
              <a:t>Gövde Düzeyi Dört</a:t>
            </a:r>
          </a:p>
          <a:p xmlns:a="http://schemas.openxmlformats.org/drawingml/2006/main">
            <a:pPr lvl="4">
              <a:buNone/>
            </a:pPr>
            <a:r>
              <a:t>Gövde Düzeyi Beş</a:t>
            </a:r>
          </a:p>
        </p:txBody>
      </p:sp>
      <p:sp>
        <p:nvSpPr>
          <p:cNvPr id="6" name="Slayt Numarası">
            <a:extLst xmlns:a="http://schemas.openxmlformats.org/drawingml/2006/main">
              <a:ext uri="{FF2B5EF4-FFF2-40B4-BE49-F238E27FC236}">
                <a16:creationId xmlns:a16="http://schemas.microsoft.com/office/drawing/2014/main" id="{968445CD-68B4-4BFC-B27B-B9CD80EDBF74}"/>
              </a:ext>
            </a:extLst>
          </p:cNvPr>
          <p:cNvSpPr>
            <a:spLocks xmlns:a="http://schemas.openxmlformats.org/drawingml/2006/main" noGrp="1"/>
          </p:cNvSpPr>
          <p:nvPr>
            <p:ph type="sldNum" idx="2"/>
          </p:nvPr>
        </p:nvSpPr>
        <p:spPr>
          <a:xfrm xmlns:a="http://schemas.openxmlformats.org/drawingml/2006/main">
            <a:off x="5892800" y="6172200"/>
            <a:ext cx="2844800" cy="368301"/>
          </a:xfrm>
          <a:prstGeom xmlns:a="http://schemas.openxmlformats.org/drawingml/2006/main" prst="rect">
            <a:avLst/>
          </a:prstGeom>
          <a:ln xmlns:a="http://schemas.openxmlformats.org/drawingml/2006/main" w="12700"/>
        </p:spPr>
        <p:txBody>
          <a:bodyPr xmlns:a="http://schemas.openxmlformats.org/drawingml/2006/main" wrap="none" lIns="45719" rIns="45719" anchor="ctr">
            <a:spAutoFit/>
          </a:bodyPr>
          <a:lstStyle xmlns:a="http://schemas.openxmlformats.org/drawingml/2006/main">
            <a:lvl1pPr algn="r">
              <a:buNone/>
              <a:defRPr sz="1200"/>
            </a:lvl1pPr>
          </a:lstStyle>
          <a:p xmlns:a="http://schemas.openxmlformats.org/drawingml/2006/main">
            <a:fld id="{86CB4B4D-7CA3-9044-876B-883B54F8677D}" type="slidenum">
              <a:t>‹#›</a:t>
            </a:fld>
            <a:endParaRPr/>
          </a:p>
        </p:txBody>
      </p:sp>
      <p:pic>
        <p:nvPicPr>
          <p:cNvPr id="12" name="Resim 5"/>
          <p:cNvPicPr>
            <a:picLocks xmlns:a="http://schemas.openxmlformats.org/drawingml/2006/main" noChangeAspect="1"/>
          </p:cNvPicPr>
          <p:nvPr/>
        </p:nvPicPr>
        <p:blipFill>
          <a:blip xmlns:r="http://schemas.openxmlformats.org/officeDocument/2006/relationships" xmlns:a="http://schemas.openxmlformats.org/drawingml/2006/main" r:embed="Rdfdeb7a002a94dee"/>
          <a:stretch xmlns:a="http://schemas.openxmlformats.org/drawingml/2006/main">
            <a:fillRect l="0" t="0" r="0" b="0"/>
          </a:stretch>
        </p:blipFill>
        <p:spPr>
          <a:xfrm xmlns:a="http://schemas.openxmlformats.org/drawingml/2006/main">
            <a:off x="263351" y="5949279"/>
            <a:ext cx="2340001" cy="708686"/>
          </a:xfrm>
          <a:prstGeom xmlns:a="http://schemas.openxmlformats.org/drawingml/2006/main" prst="rect">
            <a:avLst/>
          </a:prstGeom>
          <a:ln xmlns:a="http://schemas.openxmlformats.org/drawingml/2006/main" w="12700">
            <a:miter/>
          </a:ln>
        </p:spPr>
      </p:pic>
      <p:pic>
        <p:nvPicPr>
          <p:cNvPr id="13" name="Resim 1"/>
          <p:cNvPicPr>
            <a:picLocks xmlns:a="http://schemas.openxmlformats.org/drawingml/2006/main" noChangeAspect="1"/>
          </p:cNvPicPr>
          <p:nvPr/>
        </p:nvPicPr>
        <p:blipFill>
          <a:blip xmlns:r="http://schemas.openxmlformats.org/officeDocument/2006/relationships" xmlns:a="http://schemas.openxmlformats.org/drawingml/2006/main" r:embed="R26c186d6222d4f53"/>
          <a:stretch xmlns:a="http://schemas.openxmlformats.org/drawingml/2006/main">
            <a:fillRect l="0" t="0" r="0" b="0"/>
          </a:stretch>
        </p:blipFill>
        <p:spPr>
          <a:xfrm xmlns:a="http://schemas.openxmlformats.org/drawingml/2006/main">
            <a:off x="3528328" y="2007000"/>
            <a:ext cx="5135344" cy="284400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903ed3163440bb"/>
    <p:sldLayoutId xmlns:r="http://schemas.openxmlformats.org/officeDocument/2006/relationships" id="2147483650" r:id="R1b20aa283b49475e"/>
    <p:sldLayoutId xmlns:r="http://schemas.openxmlformats.org/officeDocument/2006/relationships" id="2147483651" r:id="R53f0662e89374e95"/>
  </p:sldLayoutIdLst>
  <p:txStyles>
    <p:titleStyle>
      <a:lvl1pPr xmlns:a="http://schemas.openxmlformats.org/drawingml/2006/main" marL="0" marR="0" indent="0" algn="ctr" defTabSz="914400">
        <a:lnSpc>
          <a:spcPct val="100000"/>
        </a:lnSpc>
        <a:spcBef>
          <a:spcPts val="0"/>
        </a:spcBef>
        <a:spcAft>
          <a:spcPts val="0"/>
        </a:spcAft>
        <a:buClrTx/>
        <a:buSzTx/>
        <a:buFontTx/>
        <a:buNone/>
        <a:defRPr sz="4400" b="0" i="0" u="none" cap="none" spc="0" baseline="0">
          <a:solidFill>
            <a:srgbClr val="000000"/>
          </a:solidFill>
          <a:latin typeface="+mj-lt"/>
          <a:ea typeface="+mj-lt"/>
          <a:cs typeface="+mj-lt"/>
        </a:defRPr>
      </a:lvl1pPr>
      <a:lvl2pPr xmlns:a="http://schemas.openxmlformats.org/drawingml/2006/main" marL="0" marR="0" indent="0" algn="ctr" defTabSz="914400">
        <a:lnSpc>
          <a:spcPct val="100000"/>
        </a:lnSpc>
        <a:spcBef>
          <a:spcPts val="0"/>
        </a:spcBef>
        <a:spcAft>
          <a:spcPts val="0"/>
        </a:spcAft>
        <a:buClrTx/>
        <a:buSzTx/>
        <a:buFontTx/>
        <a:buNone/>
        <a:defRPr sz="4400" b="0" i="0" u="none" cap="none" spc="0" baseline="0">
          <a:solidFill>
            <a:srgbClr val="000000"/>
          </a:solidFill>
          <a:latin typeface="+mj-lt"/>
          <a:ea typeface="+mj-lt"/>
          <a:cs typeface="+mj-lt"/>
        </a:defRPr>
      </a:lvl2pPr>
      <a:lvl3pPr xmlns:a="http://schemas.openxmlformats.org/drawingml/2006/main" marL="0" marR="0" indent="0" algn="ctr" defTabSz="914400">
        <a:lnSpc>
          <a:spcPct val="100000"/>
        </a:lnSpc>
        <a:spcBef>
          <a:spcPts val="0"/>
        </a:spcBef>
        <a:spcAft>
          <a:spcPts val="0"/>
        </a:spcAft>
        <a:buClrTx/>
        <a:buSzTx/>
        <a:buFontTx/>
        <a:buNone/>
        <a:defRPr sz="4400" b="0" i="0" u="none" cap="none" spc="0" baseline="0">
          <a:solidFill>
            <a:srgbClr val="000000"/>
          </a:solidFill>
          <a:latin typeface="+mj-lt"/>
          <a:ea typeface="+mj-lt"/>
          <a:cs typeface="+mj-lt"/>
        </a:defRPr>
      </a:lvl3pPr>
      <a:lvl4pPr xmlns:a="http://schemas.openxmlformats.org/drawingml/2006/main" marL="0" marR="0" indent="0" algn="ctr" defTabSz="914400">
        <a:lnSpc>
          <a:spcPct val="100000"/>
        </a:lnSpc>
        <a:spcBef>
          <a:spcPts val="0"/>
        </a:spcBef>
        <a:spcAft>
          <a:spcPts val="0"/>
        </a:spcAft>
        <a:buClrTx/>
        <a:buSzTx/>
        <a:buFontTx/>
        <a:buNone/>
        <a:defRPr sz="4400" b="0" i="0" u="none" cap="none" spc="0" baseline="0">
          <a:solidFill>
            <a:srgbClr val="000000"/>
          </a:solidFill>
          <a:latin typeface="+mj-lt"/>
          <a:ea typeface="+mj-lt"/>
          <a:cs typeface="+mj-lt"/>
        </a:defRPr>
      </a:lvl4pPr>
      <a:lvl5pPr xmlns:a="http://schemas.openxmlformats.org/drawingml/2006/main" marL="0" marR="0" indent="0" algn="ctr" defTabSz="914400">
        <a:lnSpc>
          <a:spcPct val="100000"/>
        </a:lnSpc>
        <a:spcBef>
          <a:spcPts val="0"/>
        </a:spcBef>
        <a:spcAft>
          <a:spcPts val="0"/>
        </a:spcAft>
        <a:buClrTx/>
        <a:buSzTx/>
        <a:buFontTx/>
        <a:buNone/>
        <a:defRPr sz="4400" b="0" i="0" u="none" cap="none" spc="0" baseline="0">
          <a:solidFill>
            <a:srgbClr val="000000"/>
          </a:solidFill>
          <a:latin typeface="+mj-lt"/>
          <a:ea typeface="+mj-lt"/>
          <a:cs typeface="+mj-lt"/>
        </a:defRPr>
      </a:lvl5pPr>
      <a:lvl6pPr xmlns:a="http://schemas.openxmlformats.org/drawingml/2006/main" marL="0" marR="0" indent="0" algn="ctr" defTabSz="914400">
        <a:lnSpc>
          <a:spcPct val="100000"/>
        </a:lnSpc>
        <a:spcBef>
          <a:spcPts val="0"/>
        </a:spcBef>
        <a:spcAft>
          <a:spcPts val="0"/>
        </a:spcAft>
        <a:buClrTx/>
        <a:buSzTx/>
        <a:buFontTx/>
        <a:buNone/>
        <a:defRPr sz="4400" b="0" i="0" u="none" cap="none" spc="0" baseline="0">
          <a:solidFill>
            <a:srgbClr val="000000"/>
          </a:solidFill>
          <a:latin typeface="+mj-lt"/>
          <a:ea typeface="+mj-lt"/>
          <a:cs typeface="+mj-lt"/>
        </a:defRPr>
      </a:lvl6pPr>
      <a:lvl7pPr xmlns:a="http://schemas.openxmlformats.org/drawingml/2006/main" marL="0" marR="0" indent="0" algn="ctr" defTabSz="914400">
        <a:lnSpc>
          <a:spcPct val="100000"/>
        </a:lnSpc>
        <a:spcBef>
          <a:spcPts val="0"/>
        </a:spcBef>
        <a:spcAft>
          <a:spcPts val="0"/>
        </a:spcAft>
        <a:buClrTx/>
        <a:buSzTx/>
        <a:buFontTx/>
        <a:buNone/>
        <a:defRPr sz="4400" b="0" i="0" u="none" cap="none" spc="0" baseline="0">
          <a:solidFill>
            <a:srgbClr val="000000"/>
          </a:solidFill>
          <a:latin typeface="+mj-lt"/>
          <a:ea typeface="+mj-lt"/>
          <a:cs typeface="+mj-lt"/>
        </a:defRPr>
      </a:lvl7pPr>
      <a:lvl8pPr xmlns:a="http://schemas.openxmlformats.org/drawingml/2006/main" marL="0" marR="0" indent="0" algn="ctr" defTabSz="914400">
        <a:lnSpc>
          <a:spcPct val="100000"/>
        </a:lnSpc>
        <a:spcBef>
          <a:spcPts val="0"/>
        </a:spcBef>
        <a:spcAft>
          <a:spcPts val="0"/>
        </a:spcAft>
        <a:buClrTx/>
        <a:buSzTx/>
        <a:buFontTx/>
        <a:buNone/>
        <a:defRPr sz="4400" b="0" i="0" u="none" cap="none" spc="0" baseline="0">
          <a:solidFill>
            <a:srgbClr val="000000"/>
          </a:solidFill>
          <a:latin typeface="+mj-lt"/>
          <a:ea typeface="+mj-lt"/>
          <a:cs typeface="+mj-lt"/>
        </a:defRPr>
      </a:lvl8pPr>
      <a:lvl9pPr xmlns:a="http://schemas.openxmlformats.org/drawingml/2006/main" marL="0" marR="0" indent="0" algn="ctr" defTabSz="914400">
        <a:lnSpc>
          <a:spcPct val="100000"/>
        </a:lnSpc>
        <a:spcBef>
          <a:spcPts val="0"/>
        </a:spcBef>
        <a:spcAft>
          <a:spcPts val="0"/>
        </a:spcAft>
        <a:buClrTx/>
        <a:buSzTx/>
        <a:buFontTx/>
        <a:buNone/>
        <a:defRPr sz="4400" b="0" i="0" u="none" cap="none" spc="0" baseline="0">
          <a:solidFill>
            <a:srgbClr val="000000"/>
          </a:solidFill>
          <a:latin typeface="+mj-lt"/>
          <a:ea typeface="+mj-lt"/>
          <a:cs typeface="+mj-lt"/>
        </a:defRPr>
      </a:lvl9pPr>
    </p:titleStyle>
    <p:bodyStyle>
      <a:lvl1pPr xmlns:a="http://schemas.openxmlformats.org/drawingml/2006/main" marL="342900" marR="0" indent="-342900"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1pPr>
      <a:lvl2pPr xmlns:a="http://schemas.openxmlformats.org/drawingml/2006/main" marL="783771" marR="0" indent="-326571"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2pPr>
      <a:lvl3pPr xmlns:a="http://schemas.openxmlformats.org/drawingml/2006/main" marL="1219200" marR="0" indent="-304800"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3pPr>
      <a:lvl4pPr xmlns:a="http://schemas.openxmlformats.org/drawingml/2006/main" marL="1737360" marR="0" indent="-365760"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4pPr>
      <a:lvl5pPr xmlns:a="http://schemas.openxmlformats.org/drawingml/2006/main" marL="2194560" marR="0" indent="-365760"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5pPr>
      <a:lvl6pPr xmlns:a="http://schemas.openxmlformats.org/drawingml/2006/main" marL="2651760" marR="0" indent="-365760"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6pPr>
      <a:lvl7pPr xmlns:a="http://schemas.openxmlformats.org/drawingml/2006/main" marL="3108960" marR="0" indent="-365760"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7pPr>
      <a:lvl8pPr xmlns:a="http://schemas.openxmlformats.org/drawingml/2006/main" marL="3566159" marR="0" indent="-365759"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8pPr>
      <a:lvl9pPr xmlns:a="http://schemas.openxmlformats.org/drawingml/2006/main" marL="4023359" marR="0" indent="-365759"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9pPr>
    </p:bodyStyle>
    <p:otherStyle>
      <a:lvl1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1pPr>
      <a:lvl2pPr xmlns:a="http://schemas.openxmlformats.org/drawingml/2006/main" marL="0" marR="0" indent="4572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2pPr>
      <a:lvl3pPr xmlns:a="http://schemas.openxmlformats.org/drawingml/2006/main" marL="0" marR="0" indent="9144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3pPr>
      <a:lvl4pPr xmlns:a="http://schemas.openxmlformats.org/drawingml/2006/main" marL="0" marR="0" indent="13716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4pPr>
      <a:lvl5pPr xmlns:a="http://schemas.openxmlformats.org/drawingml/2006/main" marL="0" marR="0" indent="18288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5pPr>
      <a:lvl6pPr xmlns:a="http://schemas.openxmlformats.org/drawingml/2006/main" marL="0" marR="0" indent="22860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6pPr>
      <a:lvl7pPr xmlns:a="http://schemas.openxmlformats.org/drawingml/2006/main" marL="0" marR="0" indent="27432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7pPr>
      <a:lvl8pPr xmlns:a="http://schemas.openxmlformats.org/drawingml/2006/main" marL="0" marR="0" indent="32004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8pPr>
      <a:lvl9pPr xmlns:a="http://schemas.openxmlformats.org/drawingml/2006/main" marL="0" marR="0" indent="36576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is Teması">
  <a:themeElements>
    <a:clrScheme name="Ofis Teması">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is Teması">
      <a:majorFont>
        <a:latin typeface="Calibri"/>
        <a:ea typeface="Calibri"/>
        <a:cs typeface="Calibri"/>
      </a:majorFont>
      <a:minorFont>
        <a:latin typeface="Helvetica"/>
        <a:ea typeface="Helvetica"/>
        <a:cs typeface="Helvetica"/>
      </a:minorFont>
    </a:fontScheme>
    <a:fmtScheme name="Ofis Teması">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96be7a11f04032" /><Relationship Type="http://schemas.openxmlformats.org/officeDocument/2006/relationships/notesSlide" Target="/ppt/notesSlides/notesSlide1.xml" Id="Rba776c8698984f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2a6547ff45b4b68" /><Relationship Type="http://schemas.openxmlformats.org/officeDocument/2006/relationships/notesSlide" Target="/ppt/notesSlides/notesSlide2.xml" Id="R0a57ba8d15414a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63fd134ae814460c" /><Relationship Type="http://schemas.openxmlformats.org/officeDocument/2006/relationships/image" Target="/ppt/media/image2.png" Id="R01693ba1fd76464d" /><Relationship Type="http://schemas.openxmlformats.org/officeDocument/2006/relationships/notesSlide" Target="/ppt/notesSlides/notesSlide3.xml" Id="Rc179e4418a0844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f4ff650afadf4bb5" /><Relationship Type="http://schemas.openxmlformats.org/officeDocument/2006/relationships/notesSlide" Target="/ppt/notesSlides/notesSlide4.xml" Id="R19d393ae1c2a4b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1cb663f8204141db" /><Relationship Type="http://schemas.openxmlformats.org/officeDocument/2006/relationships/notesSlide" Target="/ppt/notesSlides/notesSlide5.xml" Id="R2000587d01464b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61fbc99f0e4b424c" /><Relationship Type="http://schemas.openxmlformats.org/officeDocument/2006/relationships/notesSlide" Target="/ppt/notesSlides/notesSlide6.xml" Id="R21ed2a6601434c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22372a80e1b8414b" /><Relationship Type="http://schemas.openxmlformats.org/officeDocument/2006/relationships/notesSlide" Target="/ppt/notesSlides/notesSlide7.xml" Id="Ra83314f06d2345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ea147b6c69404b83" /><Relationship Type="http://schemas.openxmlformats.org/officeDocument/2006/relationships/image" Target="/ppt/media/image3.png" Id="Re0b92cfcd277478d" /><Relationship Type="http://schemas.openxmlformats.org/officeDocument/2006/relationships/notesSlide" Target="/ppt/notesSlides/notesSlide8.xml" Id="R5530dd0c896a45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9c50d50d7de5439e" /><Relationship Type="http://schemas.openxmlformats.org/officeDocument/2006/relationships/image" Target="/ppt/media/image4.png" Id="R72832e9febca4d41" /><Relationship Type="http://schemas.openxmlformats.org/officeDocument/2006/relationships/notesSlide" Target="/ppt/notesSlides/notesSlide9.xml" Id="R262fd77de59a48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60cda596256142c0" /><Relationship Type="http://schemas.openxmlformats.org/officeDocument/2006/relationships/image" Target="/ppt/media/image5.png" Id="R8dd75dfec14d4f27" /><Relationship Type="http://schemas.openxmlformats.org/officeDocument/2006/relationships/notesSlide" Target="/ppt/notesSlides/notesSlide10.xml" Id="R662bbd8489ff46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d8c210e205b84b74" /><Relationship Type="http://schemas.openxmlformats.org/officeDocument/2006/relationships/image" Target="/ppt/media/image6.png" Id="R0e6b83b686bd4796" /><Relationship Type="http://schemas.openxmlformats.org/officeDocument/2006/relationships/notesSlide" Target="/ppt/notesSlides/notesSlide11.xml" Id="R8853e03aae284f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9ac3234506f04b5a" /><Relationship Type="http://schemas.openxmlformats.org/officeDocument/2006/relationships/image" Target="/ppt/media/image7.png" Id="R9691c2ac4364412f" /><Relationship Type="http://schemas.openxmlformats.org/officeDocument/2006/relationships/notesSlide" Target="/ppt/notesSlides/notesSlide12.xml" Id="R955f2a63acd042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8d714a3b10854dfa" /><Relationship Type="http://schemas.openxmlformats.org/officeDocument/2006/relationships/image" Target="/ppt/media/image8.png" Id="R8f70ae0ed8154e6c" /><Relationship Type="http://schemas.openxmlformats.org/officeDocument/2006/relationships/notesSlide" Target="/ppt/notesSlides/notesSlide13.xml" Id="Raa583e1166094b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f7aad2d714f24307" /><Relationship Type="http://schemas.openxmlformats.org/officeDocument/2006/relationships/image" Target="/ppt/media/image9.png" Id="Rc34cfd2490014a14" /><Relationship Type="http://schemas.openxmlformats.org/officeDocument/2006/relationships/notesSlide" Target="/ppt/notesSlides/notesSlide14.xml" Id="Raac515a13ca547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e13a87c16e0549bb" /><Relationship Type="http://schemas.openxmlformats.org/officeDocument/2006/relationships/image" Target="/ppt/media/image10.png" Id="Rcc74120f4c474e0b" /><Relationship Type="http://schemas.openxmlformats.org/officeDocument/2006/relationships/notesSlide" Target="/ppt/notesSlides/notesSlide15.xml" Id="R02abd7084c354c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9717f4c41bd24184" /><Relationship Type="http://schemas.openxmlformats.org/officeDocument/2006/relationships/image" Target="/ppt/media/image11.png" Id="R710c5d26e97d4f5e" /><Relationship Type="http://schemas.openxmlformats.org/officeDocument/2006/relationships/notesSlide" Target="/ppt/notesSlides/notesSlide16.xml" Id="R1c4b42e56d8442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8bf253046ea9417a" /><Relationship Type="http://schemas.openxmlformats.org/officeDocument/2006/relationships/image" Target="/ppt/media/image12.png" Id="R9e917f6924514e74" /><Relationship Type="http://schemas.openxmlformats.org/officeDocument/2006/relationships/notesSlide" Target="/ppt/notesSlides/notesSlide17.xml" Id="Ra3bb16018d264e2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0debbd14d7484424" /><Relationship Type="http://schemas.openxmlformats.org/officeDocument/2006/relationships/image" Target="/ppt/media/image13.png" Id="R6c6abc55e26e45a8" /><Relationship Type="http://schemas.openxmlformats.org/officeDocument/2006/relationships/notesSlide" Target="/ppt/notesSlides/notesSlide18.xml" Id="Rf3aade8d33454e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4e4ef726b4d47d8" /><Relationship Type="http://schemas.openxmlformats.org/officeDocument/2006/relationships/notesSlide" Target="/ppt/notesSlides/notesSlide19.xml" Id="R9bb71e48dbf5467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69882699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7" name="TextBox 1">
            <a:extLst xmlns:a="http://schemas.openxmlformats.org/drawingml/2006/main">
              <a:ext uri="{FF2B5EF4-FFF2-40B4-BE49-F238E27FC236}">
                <a16:creationId xmlns:a16="http://schemas.microsoft.com/office/drawing/2014/main" id="{E4802A2C-C59B-4EB0-925D-2518C2BE2DD4}"/>
              </a:ext>
            </a:extLst>
          </p:cNvPr>
          <p:cNvSpPr>
            <a:spLocks xmlns:a="http://schemas.openxmlformats.org/drawingml/2006/main" noGrp="1"/>
          </p:cNvSpPr>
          <p:nvPr/>
        </p:nvSpPr>
        <p:spPr>
          <a:xfrm xmlns:a="http://schemas.openxmlformats.org/drawingml/2006/main">
            <a:off x="6285736" y="2699394"/>
            <a:ext cx="3652977" cy="1138773"/>
          </a:xfrm>
          <a:prstGeom xmlns:a="http://schemas.openxmlformats.org/drawingml/2006/main" prst="rect">
            <a:avLst/>
          </a:prstGeom>
          <a:ln xmlns:a="http://schemas.openxmlformats.org/drawingml/2006/main" w="12700"/>
        </p:spPr>
        <p:txBody>
          <a:bodyPr xmlns:a="http://schemas.openxmlformats.org/drawingml/2006/main" lIns="45719" rIns="45719">
            <a:spAutoFit/>
          </a:bodyPr>
          <a:lstStyle xmlns:a="http://schemas.openxmlformats.org/drawingml/2006/main"/>
          <a:p xmlns:a="http://schemas.openxmlformats.org/drawingml/2006/main">
            <a:pPr>
              <a:buNone/>
              <a:defRPr sz="3400" b="1">
                <a:latin typeface="Arial"/>
                <a:ea typeface="Arial"/>
                <a:cs typeface="Arial"/>
              </a:defRPr>
            </a:pPr>
            <a:r>
              <a:t>DİJİTAL 5S Tetkik Sistemi</a:t>
            </a:r>
          </a:p>
        </p:txBody>
      </p:sp>
      <p:sp>
        <p:nvSpPr>
          <p:cNvPr id="48" name="Rectangle 2">
            <a:extLst xmlns:a="http://schemas.openxmlformats.org/drawingml/2006/main">
              <a:ext uri="{FF2B5EF4-FFF2-40B4-BE49-F238E27FC236}">
                <a16:creationId xmlns:a16="http://schemas.microsoft.com/office/drawing/2014/main" id="{0A21A539-930B-45A6-B99E-EB5B76C99C41}"/>
              </a:ext>
            </a:extLst>
          </p:cNvPr>
          <p:cNvSpPr>
            <a:spLocks xmlns:a="http://schemas.openxmlformats.org/drawingml/2006/main" noGrp="1"/>
          </p:cNvSpPr>
          <p:nvPr/>
        </p:nvSpPr>
        <p:spPr>
          <a:xfrm xmlns:a="http://schemas.openxmlformats.org/drawingml/2006/main">
            <a:off x="6285735" y="3998595"/>
            <a:ext cx="3687075" cy="1323439"/>
          </a:xfrm>
          <a:prstGeom xmlns:a="http://schemas.openxmlformats.org/drawingml/2006/main" prst="rect">
            <a:avLst/>
          </a:prstGeom>
          <a:ln xmlns:a="http://schemas.openxmlformats.org/drawingml/2006/main" w="12700"/>
        </p:spPr>
        <p:txBody>
          <a:bodyPr xmlns:a="http://schemas.openxmlformats.org/drawingml/2006/main" lIns="45719" rIns="45719">
            <a:spAutoFit/>
          </a:bodyPr>
          <a:lstStyle xmlns:a="http://schemas.openxmlformats.org/drawingml/2006/main"/>
          <a:p xmlns:a="http://schemas.openxmlformats.org/drawingml/2006/main">
            <a:pPr>
              <a:buNone/>
              <a:defRPr sz="2000" b="1">
                <a:latin typeface="Arial"/>
                <a:ea typeface="Arial"/>
                <a:cs typeface="Arial"/>
              </a:defRPr>
            </a:pPr>
            <a:r>
              <a:t>Pelin YENER</a:t>
            </a:r>
          </a:p>
          <a:p xmlns:a="http://schemas.openxmlformats.org/drawingml/2006/main">
            <a:pPr>
              <a:buNone/>
              <a:defRPr sz="2000">
                <a:latin typeface="Arial-Light"/>
                <a:ea typeface="Arial-Light"/>
                <a:cs typeface="Arial-Light"/>
              </a:defRPr>
            </a:pPr>
            <a:r>
              <a:t>ERP ve Çevresel Uygulamalar Müdürlüğü</a:t>
            </a:r>
          </a:p>
          <a:p xmlns:a="http://schemas.openxmlformats.org/drawingml/2006/main">
            <a:pPr>
              <a:buNone/>
              <a:defRPr sz="2000" i="1">
                <a:latin typeface="Arial"/>
                <a:ea typeface="Arial"/>
                <a:cs typeface="Arial"/>
              </a:defRPr>
            </a:pPr>
            <a:r>
              <a:t>01.09.2026</a:t>
            </a:r>
          </a:p>
        </p:txBody>
      </p:sp>
    </p:spTree>
    <p:extLst>
      <p:ext uri="{BB962C8B-B14F-4D97-AF65-F5344CB8AC3E}">
        <p14:creationId xmlns:p14="http://schemas.microsoft.com/office/powerpoint/2010/main" val="112405026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1" name="Title 5">
            <a:extLst xmlns:a="http://schemas.openxmlformats.org/drawingml/2006/main">
              <a:ext uri="{FF2B5EF4-FFF2-40B4-BE49-F238E27FC236}">
                <a16:creationId xmlns:a16="http://schemas.microsoft.com/office/drawing/2014/main" id="{C2970A06-B340-44A9-95F3-4161EAB88DAA}"/>
              </a:ext>
            </a:extLst>
          </p:cNvPr>
          <p:cNvSpPr>
            <a:spLocks xmlns:a="http://schemas.openxmlformats.org/drawingml/2006/main" noGrp="1"/>
          </p:cNvSpPr>
          <p:nvPr>
            <p:ph type="title" idx="0"/>
          </p:nvPr>
        </p:nvSpPr>
        <p:spPr>
          <a:xfrm xmlns:a="http://schemas.openxmlformats.org/drawingml/2006/main">
            <a:off x="812800" y="331200"/>
            <a:ext cx="8328391" cy="522001"/>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5S Nedir?</a:t>
            </a:r>
            <a:endParaRPr/>
          </a:p>
        </p:txBody>
      </p:sp>
      <p:sp>
        <p:nvSpPr>
          <p:cNvPr id="2" name="Metin kutusu 1">
            <a:extLst xmlns:a="http://schemas.openxmlformats.org/drawingml/2006/main">
              <a:ext uri="{FF2B5EF4-FFF2-40B4-BE49-F238E27FC236}">
                <a16:creationId xmlns:a16="http://schemas.microsoft.com/office/drawing/2014/main" id="{C79523BB-28C3-CC48-921E-3D911711726A}"/>
              </a:ext>
            </a:extLst>
          </p:cNvPr>
          <p:cNvSpPr>
            <a:spLocks xmlns:a="http://schemas.openxmlformats.org/drawingml/2006/main" noGrp="1"/>
          </p:cNvSpPr>
          <p:nvPr/>
        </p:nvSpPr>
        <p:spPr>
          <a:xfrm xmlns:a="http://schemas.openxmlformats.org/drawingml/2006/main">
            <a:off x="155448" y="6492240"/>
            <a:ext cx="557784" cy="369330"/>
          </a:xfrm>
          <a:prstGeom xmlns:a="http://schemas.openxmlformats.org/drawingml/2006/main" prst="rect">
            <a:avLst/>
          </a:prstGeom>
          <a:noFill xmlns:a="http://schemas.openxmlformats.org/drawingml/2006/main"/>
          <a:ln xmlns:a="http://schemas.openxmlformats.org/drawingml/2006/main" w="127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45719" tIns="45719" rIns="45719" bIns="45719" anchor="t">
            <a:spAutoFit/>
          </a:bodyPr>
          <a:lstStyle xmlns:a="http://schemas.openxmlformats.org/drawingml/2006/main"/>
          <a:p xmlns:a="http://schemas.openxmlformats.org/drawingml/2006/main">
            <a:pPr marL="0" marR="0" indent="0" algn="l" defTabSz="914400">
              <a:lnSpc>
                <a:spcPct val="100000"/>
              </a:lnSpc>
              <a:spcBef>
                <a:spcPts val="0"/>
              </a:spcBef>
              <a:spcAft>
                <a:spcPts val="0"/>
              </a:spcAft>
              <a:buClrTx/>
              <a:buSzTx/>
              <a:buFontTx/>
              <a:buNone/>
            </a:pPr>
            <a:endParaRPr sz="1800" b="0" i="0" u="none" cap="none" spc="0" baseline="0">
              <a:ln>
                <a:noFill/>
              </a:ln>
              <a:solidFill>
                <a:srgbClr val="000000"/>
              </a:solidFill>
              <a:latin typeface="+mj-lt"/>
              <a:ea typeface="+mj-lt"/>
              <a:cs typeface="+mj-lt"/>
            </a:endParaRPr>
          </a:p>
        </p:txBody>
      </p:sp>
      <p:sp>
        <p:nvSpPr>
          <p:cNvPr id="3" name="İçerik Yer Tutucusu 3">
            <a:extLst xmlns:a="http://schemas.openxmlformats.org/drawingml/2006/main">
              <a:ext uri="{FF2B5EF4-FFF2-40B4-BE49-F238E27FC236}">
                <a16:creationId xmlns:a16="http://schemas.microsoft.com/office/drawing/2014/main" id="{99FED5EA-38D8-ABBE-111C-2B29202EF84D}"/>
              </a:ext>
            </a:extLst>
          </p:cNvPr>
          <p:cNvSpPr>
            <a:spLocks xmlns:a="http://schemas.openxmlformats.org/drawingml/2006/main" noGrp="1"/>
          </p:cNvSpPr>
          <p:nvPr/>
        </p:nvSpPr>
        <p:spPr>
          <a:xfrm xmlns:a="http://schemas.openxmlformats.org/drawingml/2006/main">
            <a:off x="1031436" y="1125316"/>
            <a:ext cx="8109755" cy="4462480"/>
          </a:xfrm>
          <a:prstGeom xmlns:a="http://schemas.openxmlformats.org/drawingml/2006/main" prst="rect">
            <a:avLst/>
          </a:prstGeom>
          <a:ln xmlns:a="http://schemas.openxmlformats.org/drawingml/2006/main" w="12700"/>
        </p:spPr>
        <p:txBody>
          <a:bodyPr xmlns:a="http://schemas.openxmlformats.org/drawingml/2006/main" lIns="45719" rIns="45719">
            <a:normAutofit lnSpcReduction="10000"/>
          </a:bodyPr>
          <a:lstStyle xmlns:a="http://schemas.openxmlformats.org/drawingml/2006/main">
            <a:lvl1pPr marL="342900" marR="0" indent="-342900" algn="l" defTabSz="914400">
              <a:lnSpc>
                <a:spcPct val="100000"/>
              </a:lnSpc>
              <a:spcBef>
                <a:spcPts val="600"/>
              </a:spcBef>
              <a:spcAft>
                <a:spcPts val="0"/>
              </a:spcAft>
              <a:buClr>
                <a:srgbClr val="FF0000"/>
              </a:buClr>
              <a:buSzPct val="100000"/>
              <a:buFont typeface="Arial"/>
              <a:buChar char="&gt;"/>
              <a:defRPr sz="2600" b="1" i="0" u="none" cap="none" spc="0" baseline="0">
                <a:solidFill>
                  <a:srgbClr val="000000"/>
                </a:solidFill>
                <a:latin typeface="Arial"/>
                <a:ea typeface="Arial"/>
                <a:cs typeface="Arial"/>
              </a:defRPr>
            </a:lvl1pPr>
            <a:lvl2pPr marL="952500" marR="0" indent="-495300" algn="l" defTabSz="914400">
              <a:lnSpc>
                <a:spcPct val="100000"/>
              </a:lnSpc>
              <a:spcBef>
                <a:spcPts val="600"/>
              </a:spcBef>
              <a:spcAft>
                <a:spcPts val="0"/>
              </a:spcAft>
              <a:buClr>
                <a:srgbClr val="FF0000"/>
              </a:buClr>
              <a:buSzPct val="100000"/>
              <a:buFont typeface="Arial"/>
              <a:buChar char="&gt;"/>
              <a:defRPr sz="2600" b="1" i="0" u="none" cap="none" spc="0" baseline="0">
                <a:solidFill>
                  <a:srgbClr val="000000"/>
                </a:solidFill>
                <a:latin typeface="Arial"/>
                <a:ea typeface="Arial"/>
                <a:cs typeface="Arial"/>
              </a:defRPr>
            </a:lvl2pPr>
            <a:lvl3pPr marL="1184563" marR="0" indent="-270163" algn="l" defTabSz="914400">
              <a:lnSpc>
                <a:spcPct val="100000"/>
              </a:lnSpc>
              <a:spcBef>
                <a:spcPts val="600"/>
              </a:spcBef>
              <a:spcAft>
                <a:spcPts val="0"/>
              </a:spcAft>
              <a:buClr>
                <a:srgbClr val="FF0000"/>
              </a:buClr>
              <a:buSzPct val="100000"/>
              <a:buFont typeface="Arial"/>
              <a:buChar char="&gt;"/>
              <a:defRPr sz="2600" b="1" i="0" u="none" cap="none" spc="0" baseline="0">
                <a:solidFill>
                  <a:srgbClr val="000000"/>
                </a:solidFill>
                <a:latin typeface="Arial"/>
                <a:ea typeface="Arial"/>
                <a:cs typeface="Arial"/>
              </a:defRPr>
            </a:lvl3pPr>
            <a:lvl4pPr marL="1668779" marR="0" indent="-297179" algn="l" defTabSz="914400">
              <a:lnSpc>
                <a:spcPct val="100000"/>
              </a:lnSpc>
              <a:spcBef>
                <a:spcPts val="600"/>
              </a:spcBef>
              <a:spcAft>
                <a:spcPts val="0"/>
              </a:spcAft>
              <a:buClr>
                <a:srgbClr val="FF0000"/>
              </a:buClr>
              <a:buSzPct val="100000"/>
              <a:buFont typeface="Arial"/>
              <a:buChar char="&gt;"/>
              <a:defRPr sz="2600" b="1" i="0" u="none" cap="none" spc="0" baseline="0">
                <a:solidFill>
                  <a:srgbClr val="000000"/>
                </a:solidFill>
                <a:latin typeface="Arial"/>
                <a:ea typeface="Arial"/>
                <a:cs typeface="Arial"/>
              </a:defRPr>
            </a:lvl4pPr>
            <a:lvl5pPr marL="2178423" marR="0" indent="-349623" algn="l" defTabSz="914400">
              <a:lnSpc>
                <a:spcPct val="100000"/>
              </a:lnSpc>
              <a:spcBef>
                <a:spcPts val="600"/>
              </a:spcBef>
              <a:spcAft>
                <a:spcPts val="0"/>
              </a:spcAft>
              <a:buClr>
                <a:srgbClr val="FF0000"/>
              </a:buClr>
              <a:buSzPct val="100000"/>
              <a:buFont typeface="Arial"/>
              <a:buChar char="&gt;"/>
              <a:defRPr sz="2600" b="1" i="0" u="none" cap="none" spc="0" baseline="0">
                <a:solidFill>
                  <a:srgbClr val="000000"/>
                </a:solidFill>
                <a:latin typeface="Arial"/>
                <a:ea typeface="Arial"/>
                <a:cs typeface="Arial"/>
              </a:defRPr>
            </a:lvl5pPr>
            <a:lvl6pPr marL="2651760" marR="0" indent="-365760"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6pPr>
            <a:lvl7pPr marL="3108960" marR="0" indent="-365760"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7pPr>
            <a:lvl8pPr marL="3566159" marR="0" indent="-365759"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8pPr>
            <a:lvl9pPr marL="4023359" marR="0" indent="-365759"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9pPr>
          </a:lstStyle>
          <a:p xmlns:a="http://schemas.openxmlformats.org/drawingml/2006/main">
            <a:pPr>
              <a:buNone/>
            </a:pPr>
            <a:r>
              <a:rPr sz="1900"/>
              <a:t>5S; çalışma ortamlarının verimliliğini artırmak, iş güvenliğini sağlamak amacıyla geliştirilen 5 adımlı bir metodolojidir.</a:t>
            </a:r>
          </a:p>
          <a:p xmlns:a="http://schemas.openxmlformats.org/drawingml/2006/main">
            <a:pPr>
              <a:buNone/>
            </a:pPr>
            <a:r>
              <a:rPr sz="1900"/>
              <a:t>1. Ayıklama (Seiri): Gereksiz veya ihtiyaç fazlası malzemelerin ortamdan uzaklaştırılması</a:t>
            </a:r>
          </a:p>
          <a:p xmlns:a="http://schemas.openxmlformats.org/drawingml/2006/main">
            <a:pPr>
              <a:buNone/>
            </a:pPr>
            <a:r>
              <a:rPr sz="1900"/>
              <a:t>2. Düzen (Seiton): İhtiyaç dışı nesneler ayıklandıktan sonra elde kalan nesnelerin belirli kurallara göre yerleştirilmesi ve işaretlenmesi </a:t>
            </a:r>
          </a:p>
          <a:p xmlns:a="http://schemas.openxmlformats.org/drawingml/2006/main">
            <a:pPr>
              <a:buNone/>
            </a:pPr>
            <a:r>
              <a:rPr sz="1900"/>
              <a:t>3. Temizlik (Seiso): Çalışma alanlarının ve ekipmanların temizlenmesi.</a:t>
            </a:r>
          </a:p>
          <a:p xmlns:a="http://schemas.openxmlformats.org/drawingml/2006/main">
            <a:pPr>
              <a:buNone/>
            </a:pPr>
            <a:r>
              <a:rPr sz="1900"/>
              <a:t>4. Standartlaştırma (Seiketsu): Ayıklama, Düzen ve Temizlik aşamalarının tamamlanmasının ardından ortaya çıkan sistemli çalışma durumudur. </a:t>
            </a:r>
          </a:p>
          <a:p xmlns:a="http://schemas.openxmlformats.org/drawingml/2006/main">
            <a:pPr>
              <a:buNone/>
            </a:pPr>
            <a:r>
              <a:rPr sz="1900"/>
              <a:t>5.Disiplin (Shitsuke): Diğer adımların sürekliliğini sağlamak için standartlaştırma adımı ile belirlenen standart ve kuralların düzenli olarak kontrol edildiği adımdır.</a:t>
            </a:r>
            <a:endParaRPr sz="1900"/>
          </a:p>
        </p:txBody>
      </p:sp>
      <p:pic>
        <p:nvPicPr>
          <p:cNvPr id="56" name="Resim 3"/>
          <p:cNvPicPr>
            <a:picLocks xmlns:a="http://schemas.openxmlformats.org/drawingml/2006/main" noChangeAspect="1"/>
          </p:cNvPicPr>
          <p:nvPr/>
        </p:nvPicPr>
        <p:blipFill>
          <a:blip xmlns:r="http://schemas.openxmlformats.org/officeDocument/2006/relationships" xmlns:a="http://schemas.openxmlformats.org/drawingml/2006/main" r:embed="R01693ba1fd76464d"/>
          <a:stretch xmlns:a="http://schemas.openxmlformats.org/drawingml/2006/main">
            <a:fillRect l="0" t="0" r="0" b="0"/>
          </a:stretch>
        </p:blipFill>
        <p:spPr>
          <a:xfrm xmlns:a="http://schemas.openxmlformats.org/drawingml/2006/main">
            <a:off x="9134475" y="2133600"/>
            <a:ext cx="2905125" cy="2181225"/>
          </a:xfrm>
          <a:prstGeom xmlns:a="http://schemas.openxmlformats.org/drawingml/2006/main" prst="rect">
            <a:avLst/>
          </a:prstGeom>
        </p:spPr>
      </p:pic>
    </p:spTree>
    <p:extLst>
      <p:ext uri="{BB962C8B-B14F-4D97-AF65-F5344CB8AC3E}">
        <p14:creationId xmlns:p14="http://schemas.microsoft.com/office/powerpoint/2010/main" val="5437640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185DFE78-DE39-6827-ED80-B54BE275D5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PROBLEM / ÇÖZÜM</a:t>
            </a:r>
          </a:p>
        </p:txBody>
      </p:sp>
      <p:sp>
        <p:nvSpPr>
          <p:cNvPr id="9" name="Metin Yer Tutucusu 6">
            <a:extLst xmlns:a="http://schemas.openxmlformats.org/drawingml/2006/main">
              <a:ext uri="{FF2B5EF4-FFF2-40B4-BE49-F238E27FC236}">
                <a16:creationId xmlns:a16="http://schemas.microsoft.com/office/drawing/2014/main" id="{F1B906A3-300D-6B09-2E06-68C3B07F2716}"/>
              </a:ext>
            </a:extLst>
          </p:cNvPr>
          <p:cNvSpPr>
            <a:spLocks xmlns:a="http://schemas.openxmlformats.org/drawingml/2006/main" noGrp="1"/>
          </p:cNvSpPr>
          <p:nvPr/>
        </p:nvSpPr>
        <p:spPr>
          <a:xfrm xmlns:a="http://schemas.openxmlformats.org/drawingml/2006/main">
            <a:off x="1533832" y="2417045"/>
            <a:ext cx="3548018" cy="2419171"/>
          </a:xfrm>
          <a:prstGeom xmlns:a="http://schemas.openxmlformats.org/drawingml/2006/main" prst="roundRect">
            <a:avLst>
              <a:gd name="adj" fmla="val 3265"/>
            </a:avLst>
          </a:prstGeom>
          <a:solidFill xmlns:a="http://schemas.openxmlformats.org/drawingml/2006/main">
            <a:srgbClr val="F8E3E1"/>
          </a:solidFill>
          <a:ln xmlns:a="http://schemas.openxmlformats.org/drawingml/2006/main" w="11430">
            <a:solidFill>
              <a:srgbClr val="E1251B"/>
            </a:solidFill>
            <a:prstDash val="solid"/>
          </a:ln>
        </p:spPr>
        <p:txBody>
          <a:bodyPr xmlns:a="http://schemas.openxmlformats.org/drawingml/2006/main" lIns="45719" rIns="45719" anchor="ctr">
            <a:normAutofit/>
          </a:bodyPr>
          <a:lstStyle xmlns:a="http://schemas.openxmlformats.org/drawingml/2006/main">
            <a:lvl1pPr marL="342900" marR="0" indent="-342900" algn="l" defTabSz="914400">
              <a:lnSpc>
                <a:spcPct val="100000"/>
              </a:lnSpc>
              <a:spcBef>
                <a:spcPts val="600"/>
              </a:spcBef>
              <a:spcAft>
                <a:spcPts val="0"/>
              </a:spcAft>
              <a:buClr>
                <a:srgbClr val="FF0000"/>
              </a:buClr>
              <a:buSzPct val="100000"/>
              <a:buFont typeface="Arial"/>
              <a:buChar char="&gt;"/>
              <a:defRPr sz="2600" b="1" i="0" u="none" cap="none" spc="0" baseline="0">
                <a:solidFill>
                  <a:srgbClr val="000000"/>
                </a:solidFill>
                <a:latin typeface="Arial"/>
                <a:ea typeface="Arial"/>
                <a:cs typeface="Arial"/>
              </a:defRPr>
            </a:lvl1pPr>
            <a:lvl2pPr marL="952500" marR="0" indent="-495300" algn="l" defTabSz="914400">
              <a:lnSpc>
                <a:spcPct val="100000"/>
              </a:lnSpc>
              <a:spcBef>
                <a:spcPts val="600"/>
              </a:spcBef>
              <a:spcAft>
                <a:spcPts val="0"/>
              </a:spcAft>
              <a:buClr>
                <a:srgbClr val="FF0000"/>
              </a:buClr>
              <a:buSzPct val="100000"/>
              <a:buFont typeface="Arial"/>
              <a:buChar char="&gt;"/>
              <a:defRPr sz="2600" b="1" i="0" u="none" cap="none" spc="0" baseline="0">
                <a:solidFill>
                  <a:srgbClr val="000000"/>
                </a:solidFill>
                <a:latin typeface="Arial"/>
                <a:ea typeface="Arial"/>
                <a:cs typeface="Arial"/>
              </a:defRPr>
            </a:lvl2pPr>
            <a:lvl3pPr marL="1184563" marR="0" indent="-270163" algn="l" defTabSz="914400">
              <a:lnSpc>
                <a:spcPct val="100000"/>
              </a:lnSpc>
              <a:spcBef>
                <a:spcPts val="600"/>
              </a:spcBef>
              <a:spcAft>
                <a:spcPts val="0"/>
              </a:spcAft>
              <a:buClr>
                <a:srgbClr val="FF0000"/>
              </a:buClr>
              <a:buSzPct val="100000"/>
              <a:buFont typeface="Arial"/>
              <a:buChar char="&gt;"/>
              <a:defRPr sz="2600" b="1" i="0" u="none" cap="none" spc="0" baseline="0">
                <a:solidFill>
                  <a:srgbClr val="000000"/>
                </a:solidFill>
                <a:latin typeface="Arial"/>
                <a:ea typeface="Arial"/>
                <a:cs typeface="Arial"/>
              </a:defRPr>
            </a:lvl3pPr>
            <a:lvl4pPr marL="1668779" marR="0" indent="-297179" algn="l" defTabSz="914400">
              <a:lnSpc>
                <a:spcPct val="100000"/>
              </a:lnSpc>
              <a:spcBef>
                <a:spcPts val="600"/>
              </a:spcBef>
              <a:spcAft>
                <a:spcPts val="0"/>
              </a:spcAft>
              <a:buClr>
                <a:srgbClr val="FF0000"/>
              </a:buClr>
              <a:buSzPct val="100000"/>
              <a:buFont typeface="Arial"/>
              <a:buChar char="&gt;"/>
              <a:defRPr sz="2600" b="1" i="0" u="none" cap="none" spc="0" baseline="0">
                <a:solidFill>
                  <a:srgbClr val="000000"/>
                </a:solidFill>
                <a:latin typeface="Arial"/>
                <a:ea typeface="Arial"/>
                <a:cs typeface="Arial"/>
              </a:defRPr>
            </a:lvl4pPr>
            <a:lvl5pPr marL="2178423" marR="0" indent="-349623" algn="l" defTabSz="914400">
              <a:lnSpc>
                <a:spcPct val="100000"/>
              </a:lnSpc>
              <a:spcBef>
                <a:spcPts val="600"/>
              </a:spcBef>
              <a:spcAft>
                <a:spcPts val="0"/>
              </a:spcAft>
              <a:buClr>
                <a:srgbClr val="FF0000"/>
              </a:buClr>
              <a:buSzPct val="100000"/>
              <a:buFont typeface="Arial"/>
              <a:buChar char="&gt;"/>
              <a:defRPr sz="2600" b="1" i="0" u="none" cap="none" spc="0" baseline="0">
                <a:solidFill>
                  <a:srgbClr val="000000"/>
                </a:solidFill>
                <a:latin typeface="Arial"/>
                <a:ea typeface="Arial"/>
                <a:cs typeface="Arial"/>
              </a:defRPr>
            </a:lvl5pPr>
            <a:lvl6pPr marL="2651760" marR="0" indent="-365760"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6pPr>
            <a:lvl7pPr marL="3108960" marR="0" indent="-365760"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7pPr>
            <a:lvl8pPr marL="3566159" marR="0" indent="-365759"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8pPr>
            <a:lvl9pPr marL="4023359" marR="0" indent="-365759" algn="l" defTabSz="914400">
              <a:lnSpc>
                <a:spcPct val="100000"/>
              </a:lnSpc>
              <a:spcBef>
                <a:spcPts val="700"/>
              </a:spcBef>
              <a:spcAft>
                <a:spcPts val="0"/>
              </a:spcAft>
              <a:buClrTx/>
              <a:buSzPct val="100000"/>
              <a:buFont typeface="Arial"/>
              <a:buChar char="•"/>
              <a:defRPr sz="3200" b="0" i="0" u="none" cap="none" spc="0" baseline="0">
                <a:solidFill>
                  <a:srgbClr val="000000"/>
                </a:solidFill>
                <a:latin typeface="+mj-lt"/>
                <a:ea typeface="+mj-lt"/>
                <a:cs typeface="+mj-lt"/>
              </a:defRPr>
            </a:lvl9pPr>
          </a:lstStyle>
          <a:p xmlns:a="http://schemas.openxmlformats.org/drawingml/2006/main">
            <a:pPr marL="0" indent="0" algn="ctr">
              <a:buFont typeface="Arial"/>
              <a:buNone/>
              <a:defRPr sz="1350" b="1">
                <a:solidFill>
                  <a:srgbClr val="202124"/>
                </a:solidFill>
                <a:latin typeface="Arial"/>
                <a:ea typeface="Arial"/>
                <a:cs typeface="Arial"/>
              </a:defRPr>
            </a:pPr>
            <a:r>
              <a:rPr sz="1400">
                <a:solidFill>
                  <a:srgbClr val="202124"/>
                </a:solidFill>
              </a:rPr>
              <a:t>PROBLEM</a:t>
            </a:r>
          </a:p>
          <a:p xmlns:a="http://schemas.openxmlformats.org/drawingml/2006/main">
            <a:pPr algn="ctr">
              <a:buNone/>
              <a:defRPr sz="1350" b="1">
                <a:solidFill>
                  <a:srgbClr val="202124"/>
                </a:solidFill>
                <a:latin typeface="Arial"/>
                <a:ea typeface="Arial"/>
                <a:cs typeface="Arial"/>
              </a:defRPr>
            </a:pPr>
            <a:r>
              <a:rPr sz="1400">
                <a:solidFill>
                  <a:srgbClr val="202124"/>
                </a:solidFill>
              </a:rPr>
              <a:t>Kağıt / Excel takibi</a:t>
            </a:r>
          </a:p>
          <a:p xmlns:a="http://schemas.openxmlformats.org/drawingml/2006/main">
            <a:pPr algn="ctr">
              <a:buNone/>
              <a:defRPr sz="1350" b="1">
                <a:solidFill>
                  <a:srgbClr val="202124"/>
                </a:solidFill>
                <a:latin typeface="Arial"/>
                <a:ea typeface="Arial"/>
                <a:cs typeface="Arial"/>
              </a:defRPr>
            </a:pPr>
            <a:r>
              <a:rPr sz="1400">
                <a:solidFill>
                  <a:srgbClr val="202124"/>
                </a:solidFill>
              </a:rPr>
              <a:t> Dağınık fotoğraf ve kayıtlar</a:t>
            </a:r>
          </a:p>
          <a:p xmlns:a="http://schemas.openxmlformats.org/drawingml/2006/main">
            <a:pPr algn="ctr">
              <a:buNone/>
              <a:defRPr sz="1350" b="1">
                <a:solidFill>
                  <a:srgbClr val="202124"/>
                </a:solidFill>
                <a:latin typeface="Arial"/>
                <a:ea typeface="Arial"/>
                <a:cs typeface="Arial"/>
              </a:defRPr>
            </a:pPr>
            <a:r>
              <a:rPr sz="1400">
                <a:solidFill>
                  <a:srgbClr val="202124"/>
                </a:solidFill>
              </a:rPr>
              <a:t> Geciken görev ve onaylar</a:t>
            </a:r>
          </a:p>
          <a:p xmlns:a="http://schemas.openxmlformats.org/drawingml/2006/main">
            <a:pPr algn="ctr">
              <a:buNone/>
              <a:defRPr sz="1350" b="1">
                <a:solidFill>
                  <a:srgbClr val="202124"/>
                </a:solidFill>
                <a:latin typeface="Arial"/>
                <a:ea typeface="Arial"/>
                <a:cs typeface="Arial"/>
              </a:defRPr>
            </a:pPr>
            <a:r>
              <a:rPr sz="1400">
                <a:solidFill>
                  <a:srgbClr val="202124"/>
                </a:solidFill>
              </a:rPr>
              <a:t>Geriye dönük analizlerin yapılamaması</a:t>
            </a:r>
          </a:p>
        </p:txBody>
      </p:sp>
      <p:cxnSp>
        <p:nvCxnSpPr>
          <p:cNvPr id="18" name="Düz Ok Bağlayıcısı 9"/>
          <p:cNvCxnSpPr/>
          <p:nvPr/>
        </p:nvCxnSpPr>
        <p:spPr>
          <a:xfrm xmlns:a="http://schemas.openxmlformats.org/drawingml/2006/main">
            <a:off x="5485580" y="3389670"/>
            <a:ext cx="1220839" cy="0"/>
          </a:xfrm>
          <a:prstGeom xmlns:a="http://schemas.openxmlformats.org/drawingml/2006/main" prst="straightConnector1">
            <a:avLst/>
          </a:prstGeom>
          <a:ln xmlns:a="http://schemas.openxmlformats.org/drawingml/2006/main">
            <a:tailEnd type="triangle"/>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cxnSp>
      <p:sp>
        <p:nvSpPr>
          <p:cNvPr id="11" name="Dikdörtgen: Köşeleri Yuvarlatılmış 10">
            <a:extLst xmlns:a="http://schemas.openxmlformats.org/drawingml/2006/main">
              <a:ext uri="{FF2B5EF4-FFF2-40B4-BE49-F238E27FC236}">
                <a16:creationId xmlns:a16="http://schemas.microsoft.com/office/drawing/2014/main" id="{53D510DA-B04A-A2E0-2CA3-89C369E9F165}"/>
              </a:ext>
            </a:extLst>
          </p:cNvPr>
          <p:cNvSpPr>
            <a:spLocks xmlns:a="http://schemas.openxmlformats.org/drawingml/2006/main" noGrp="1"/>
          </p:cNvSpPr>
          <p:nvPr/>
        </p:nvSpPr>
        <p:spPr>
          <a:xfrm xmlns:a="http://schemas.openxmlformats.org/drawingml/2006/main">
            <a:off x="6961239" y="2417043"/>
            <a:ext cx="3548018" cy="2419171"/>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11430">
            <a:solidFill>
              <a:srgbClr val="E1251B"/>
            </a:solid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202124"/>
                </a:solidFill>
                <a:latin typeface="Arial"/>
                <a:ea typeface="Arial"/>
                <a:cs typeface="Arial"/>
              </a:defRPr>
            </a:pPr>
            <a:r>
              <a:rPr sz="1400" b="1">
                <a:solidFill>
                  <a:srgbClr val="202124"/>
                </a:solidFill>
                <a:latin typeface="Arial"/>
                <a:ea typeface="Arial"/>
                <a:cs typeface="Arial"/>
              </a:rPr>
              <a:t>ÇÖZÜM</a:t>
            </a:r>
            <a:endParaRPr sz="1400" b="1">
              <a:solidFill>
                <a:srgbClr val="202124"/>
              </a:solidFill>
              <a:latin typeface="Arial"/>
              <a:ea typeface="Arial"/>
              <a:cs typeface="Arial"/>
            </a:endParaRPr>
          </a:p>
          <a:p xmlns:a="http://schemas.openxmlformats.org/drawingml/2006/main">
            <a:endParaRPr sz="1400" b="1">
              <a:solidFill>
                <a:srgbClr val="202124"/>
              </a:solidFill>
              <a:latin typeface="Arial"/>
              <a:ea typeface="Arial"/>
              <a:cs typeface="Arial"/>
            </a:endParaRPr>
          </a:p>
          <a:p xmlns:a="http://schemas.openxmlformats.org/drawingml/2006/main">
            <a:pPr algn="ctr">
              <a:buNone/>
              <a:defRPr sz="1575" b="1">
                <a:solidFill>
                  <a:srgbClr val="202124"/>
                </a:solidFill>
                <a:latin typeface="Arial"/>
                <a:ea typeface="Arial"/>
                <a:cs typeface="Arial"/>
              </a:defRPr>
            </a:pPr>
            <a:r>
              <a:rPr sz="1400" b="1">
                <a:solidFill>
                  <a:srgbClr val="202124"/>
                </a:solidFill>
                <a:latin typeface="Arial"/>
                <a:ea typeface="Arial"/>
                <a:cs typeface="Arial"/>
              </a:rPr>
              <a:t>Tek</a:t>
            </a:r>
            <a:r>
              <a:rPr sz="1400" b="1">
                <a:solidFill>
                  <a:srgbClr val="202124"/>
                </a:solidFill>
                <a:latin typeface="Arial"/>
                <a:ea typeface="Arial"/>
                <a:cs typeface="Arial"/>
              </a:rPr>
              <a:t> merkezden planlanan</a:t>
            </a:r>
            <a:r>
              <a:rPr sz="1400" b="1">
                <a:solidFill>
                  <a:srgbClr val="202124"/>
                </a:solidFill>
                <a:latin typeface="Arial"/>
                <a:ea typeface="Arial"/>
                <a:cs typeface="Arial"/>
              </a:rPr>
              <a:t>,</a:t>
            </a:r>
          </a:p>
          <a:p xmlns:a="http://schemas.openxmlformats.org/drawingml/2006/main">
            <a:pPr algn="ctr">
              <a:buNone/>
              <a:defRPr sz="1575" b="1">
                <a:solidFill>
                  <a:srgbClr val="202124"/>
                </a:solidFill>
                <a:latin typeface="Arial"/>
                <a:ea typeface="Arial"/>
                <a:cs typeface="Arial"/>
              </a:defRPr>
            </a:pPr>
            <a:r>
              <a:rPr sz="1400" b="1">
                <a:solidFill>
                  <a:srgbClr val="202124"/>
                </a:solidFill>
                <a:latin typeface="Arial"/>
                <a:ea typeface="Arial"/>
                <a:cs typeface="Arial"/>
              </a:rPr>
              <a:t>fotoğrafla kanıtlanan,</a:t>
            </a:r>
            <a:r>
              <a:rPr sz="1400" b="1">
                <a:solidFill>
                  <a:srgbClr val="202124"/>
                </a:solidFill>
                <a:latin typeface="Arial"/>
                <a:ea typeface="Arial"/>
                <a:cs typeface="Arial"/>
              </a:rPr>
              <a:t> </a:t>
            </a:r>
            <a:r>
              <a:rPr sz="1400" b="1">
                <a:solidFill>
                  <a:srgbClr val="202124"/>
                </a:solidFill>
                <a:latin typeface="Arial"/>
                <a:ea typeface="Arial"/>
                <a:cs typeface="Arial"/>
              </a:rPr>
              <a:t>sonucu anında ölçülen ve verilerin </a:t>
            </a:r>
            <a:r>
              <a:rPr sz="1400" b="1">
                <a:solidFill>
                  <a:srgbClr val="202124"/>
                </a:solidFill>
                <a:latin typeface="Arial"/>
                <a:ea typeface="Arial"/>
                <a:cs typeface="Arial"/>
              </a:rPr>
              <a:t>veritabanında</a:t>
            </a:r>
            <a:r>
              <a:rPr sz="1400" b="1">
                <a:solidFill>
                  <a:srgbClr val="202124"/>
                </a:solidFill>
                <a:latin typeface="Arial"/>
                <a:ea typeface="Arial"/>
                <a:cs typeface="Arial"/>
              </a:rPr>
              <a:t> depolandığı dijital tetkik süreci</a:t>
            </a:r>
            <a:endParaRPr sz="1400" b="1">
              <a:solidFill>
                <a:srgbClr val="202124"/>
              </a:solidFill>
              <a:latin typeface="Arial"/>
              <a:ea typeface="Arial"/>
              <a:cs typeface="Arial"/>
            </a:endParaRPr>
          </a:p>
        </p:txBody>
      </p:sp>
      <p:sp>
        <p:nvSpPr>
          <p:cNvPr id="12" name="Metin kutusu 11">
            <a:extLst xmlns:a="http://schemas.openxmlformats.org/drawingml/2006/main">
              <a:ext uri="{FF2B5EF4-FFF2-40B4-BE49-F238E27FC236}">
                <a16:creationId xmlns:a16="http://schemas.microsoft.com/office/drawing/2014/main" id="{97DA721B-518F-5EAF-E07A-1ECD9D259329}"/>
              </a:ext>
            </a:extLst>
          </p:cNvPr>
          <p:cNvSpPr>
            <a:spLocks xmlns:a="http://schemas.openxmlformats.org/drawingml/2006/main" noGrp="1"/>
          </p:cNvSpPr>
          <p:nvPr/>
        </p:nvSpPr>
        <p:spPr>
          <a:xfrm xmlns:a="http://schemas.openxmlformats.org/drawingml/2006/main">
            <a:off x="822632" y="1160007"/>
            <a:ext cx="10563123" cy="1107994"/>
          </a:xfrm>
          <a:prstGeom xmlns:a="http://schemas.openxmlformats.org/drawingml/2006/main" prst="rect">
            <a:avLst/>
          </a:prstGeom>
          <a:noFill xmlns:a="http://schemas.openxmlformats.org/drawingml/2006/main"/>
          <a:ln xmlns:a="http://schemas.openxmlformats.org/drawingml/2006/main" w="127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45719" tIns="45719" rIns="45719" bIns="45719" anchor="t">
            <a:spAutoFit/>
          </a:bodyPr>
          <a:lstStyle xmlns:a="http://schemas.openxmlformats.org/drawingml/2006/main"/>
          <a:p xmlns:a="http://schemas.openxmlformats.org/drawingml/2006/main">
            <a:r>
              <a:rPr sz="1600">
                <a:latin typeface="Arial"/>
                <a:ea typeface="Arial"/>
                <a:cs typeface="Arial"/>
              </a:rPr>
              <a:t>Fabrika sınırları içerisinde 5S tetkik süreçleri alanlar, kriter tabloları, tetkik planları Excel üzerinden yapılıp puanlamalar, uygunsuzluk takipleri manuel olarak yapılmaktadır. Bu durum hem süreci yavaşlatmakta hem detaylı inceleme sağlanmamasına yol açmaktadır.</a:t>
            </a:r>
          </a:p>
          <a:p xmlns:a="http://schemas.openxmlformats.org/drawingml/2006/main">
            <a:pPr marL="0" marR="0" indent="0" algn="l" defTabSz="914400">
              <a:lnSpc>
                <a:spcPct val="100000"/>
              </a:lnSpc>
              <a:spcBef>
                <a:spcPts val="0"/>
              </a:spcBef>
              <a:spcAft>
                <a:spcPts val="0"/>
              </a:spcAft>
              <a:buClrTx/>
              <a:buSzTx/>
              <a:buFontTx/>
              <a:buNone/>
            </a:pPr>
            <a:endParaRPr sz="1800" b="0" i="0" u="none" cap="none" spc="0" baseline="0">
              <a:ln>
                <a:noFill/>
              </a:ln>
              <a:solidFill>
                <a:srgbClr val="000000"/>
              </a:solidFill>
              <a:latin typeface="+mj-lt"/>
              <a:ea typeface="+mj-lt"/>
              <a:cs typeface="+mj-lt"/>
            </a:endParaRPr>
          </a:p>
        </p:txBody>
      </p:sp>
    </p:spTree>
    <p:extLst>
      <p:ext uri="{BB962C8B-B14F-4D97-AF65-F5344CB8AC3E}">
        <p14:creationId xmlns:p14="http://schemas.microsoft.com/office/powerpoint/2010/main" val="38466742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3D7E3C00-A186-8D3D-823C-EF232C2726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YETKİLENDİRMELER</a:t>
            </a:r>
          </a:p>
        </p:txBody>
      </p:sp>
      <p:graphicFrame>
        <p:nvGraphicFramePr>
          <p:cNvPr id="6" name="Tablo 4"/>
          <p:cNvGraphicFramePr/>
          <p:nvPr/>
        </p:nvGraphicFramePr>
        <p:xfrm>
          <a:off xmlns:a="http://schemas.openxmlformats.org/drawingml/2006/main" x="1052051" y="1710813"/>
          <a:ext xmlns:a="http://schemas.openxmlformats.org/drawingml/2006/main" cx="9173497" cy="3688785"/>
        </p:xfrm>
        <a:graphic xmlns:a="http://schemas.openxmlformats.org/drawingml/2006/main">
          <a:graphicData uri="http://schemas.openxmlformats.org/drawingml/2006/table">
            <a:tbl>
              <a:tblPr firstRow="1" bandRow="1">
                <a:tableStyleId>{5940675A-B579-460E-94D1-54222C63F5DA}</a:tableStyleId>
              </a:tblPr>
              <a:tblGrid>
                <a:gridCol w="2985715"/>
                <a:gridCol w="6187782"/>
              </a:tblGrid>
              <a:tr h="284431">
                <a:tc>
                  <a:txBody>
                    <a:bodyPr/>
                    <a:lstStyle/>
                    <a:p>
                      <a:pPr algn="ctr">
                        <a:buNone/>
                      </a:pPr>
                      <a:r>
                        <a:rPr sz="1600">
                          <a:solidFill>
                            <a:schemeClr val="bg1"/>
                          </a:solidFill>
                        </a:rPr>
                        <a:t>KULLANICILAR</a:t>
                      </a:r>
                    </a:p>
                  </a:txBody>
                  <a:tcPr marL="91440" marR="91440" marT="45720" marB="45720">
                    <a:solidFill>
                      <a:srgbClr val="C00000"/>
                    </a:solidFill>
                  </a:tcPr>
                </a:tc>
                <a:tc>
                  <a:txBody>
                    <a:bodyPr/>
                    <a:lstStyle/>
                    <a:p>
                      <a:pPr algn="l">
                        <a:buNone/>
                      </a:pPr>
                      <a:r>
                        <a:rPr sz="1600">
                          <a:solidFill>
                            <a:schemeClr val="bg1"/>
                          </a:solidFill>
                        </a:rPr>
                        <a:t>YETKİ</a:t>
                      </a:r>
                    </a:p>
                  </a:txBody>
                  <a:tcPr marL="91440" marR="91440" marT="45720" marB="45720">
                    <a:solidFill>
                      <a:srgbClr val="C00000"/>
                    </a:solidFill>
                  </a:tcPr>
                </a:tc>
              </a:tr>
              <a:tr h="607551">
                <a:tc>
                  <a:txBody>
                    <a:bodyPr/>
                    <a:lstStyle/>
                    <a:p>
                      <a:pPr algn="ctr">
                        <a:buNone/>
                      </a:pPr>
                      <a:r>
                        <a:rPr sz="1600"/>
                        <a:t>GLOBAL SİSTEM YÖNETİCİSİ</a:t>
                      </a:r>
                    </a:p>
                  </a:txBody>
                  <a:tcPr marL="91440" marR="91440" marT="45720" marB="45720"/>
                </a:tc>
                <a:tc>
                  <a:txBody>
                    <a:bodyPr/>
                    <a:lstStyle/>
                    <a:p>
                      <a:pPr algn="l">
                        <a:buNone/>
                      </a:pPr>
                      <a:r>
                        <a:rPr sz="1600"/>
                        <a:t>Bütün yetkilendirmelere erişir. Değişiklik yapabilir, ekleme silme işlevleri vardır. Fabrikanın durumunu kontrol edebilir.</a:t>
                      </a:r>
                    </a:p>
                  </a:txBody>
                  <a:tcPr marL="91440" marR="91440" marT="45720" marB="45720"/>
                </a:tc>
              </a:tr>
              <a:tr h="1074504">
                <a:tc>
                  <a:txBody>
                    <a:bodyPr/>
                    <a:lstStyle/>
                    <a:p>
                      <a:pPr algn="ctr">
                        <a:buNone/>
                      </a:pPr>
                      <a:r>
                        <a:rPr sz="1600"/>
                        <a:t>MÜDÜRLÜK YÖNETİCİSİ</a:t>
                      </a:r>
                    </a:p>
                  </a:txBody>
                  <a:tcPr marL="91440" marR="91440" marT="45720" marB="45720"/>
                </a:tc>
                <a:tc>
                  <a:txBody>
                    <a:bodyPr/>
                    <a:lstStyle/>
                    <a:p>
                      <a:pPr algn="l">
                        <a:buNone/>
                      </a:pPr>
                      <a:r>
                        <a:rPr sz="1600"/>
                        <a:t>Sadece bağlı olduğu birime tetkik ekleme, silme, atama, değişiklik yapma yetkileri bulunur. Alan sorumlusu atayabilir. Uygunsuzlukların giderildiğine dair görselleri inceleyerek onaylar.</a:t>
                      </a:r>
                    </a:p>
                  </a:txBody>
                  <a:tcPr marL="91440" marR="91440" marT="45720" marB="45720"/>
                </a:tc>
              </a:tr>
              <a:tr h="835725">
                <a:tc>
                  <a:txBody>
                    <a:bodyPr/>
                    <a:lstStyle/>
                    <a:p>
                      <a:pPr algn="ctr">
                        <a:buNone/>
                      </a:pPr>
                      <a:r>
                        <a:rPr sz="1600"/>
                        <a:t>TETKİKÇİ</a:t>
                      </a:r>
                    </a:p>
                  </a:txBody>
                  <a:tcPr marL="91440" marR="91440" marT="45720" marB="45720"/>
                </a:tc>
                <a:tc>
                  <a:txBody>
                    <a:bodyPr/>
                    <a:lstStyle/>
                    <a:p>
                      <a:pPr algn="l">
                        <a:buNone/>
                      </a:pPr>
                      <a:r>
                        <a:rPr sz="1600"/>
                        <a:t>Sadece bağlı olduğu birimdeki tetkik planına erişerek değerlendirme yapabilir. Fotoğraf ekleyebilir. Ve QR kod ile yetkili olduğu tetkike ulaşabilir.</a:t>
                      </a:r>
                    </a:p>
                  </a:txBody>
                  <a:tcPr marL="91440" marR="91440" marT="45720" marB="45720"/>
                </a:tc>
              </a:tr>
              <a:tr h="835725">
                <a:tc>
                  <a:txBody>
                    <a:bodyPr/>
                    <a:lstStyle/>
                    <a:p>
                      <a:pPr algn="ctr">
                        <a:buNone/>
                      </a:pPr>
                      <a:r>
                        <a:rPr sz="1600"/>
                        <a:t>ALAN SORUMLUSU</a:t>
                      </a:r>
                    </a:p>
                  </a:txBody>
                  <a:tcPr marL="91440" marR="91440" marT="45720" marB="45720"/>
                </a:tc>
                <a:tc>
                  <a:txBody>
                    <a:bodyPr/>
                    <a:lstStyle/>
                    <a:p>
                      <a:pPr algn="l">
                        <a:buNone/>
                      </a:pPr>
                      <a:r>
                        <a:rPr sz="1600"/>
                        <a:t>Sadece yetkili olduğu alandaki uygunsuzluk halinde devreye girerek uygunsuzluk durumunu giderir. Giderildiğine dair görsel ekler ve onay bekler.</a:t>
                      </a:r>
                    </a:p>
                  </a:txBody>
                  <a:tcPr marL="91440" marR="91440" marT="45720" marB="45720"/>
                </a:tc>
              </a:tr>
            </a:tbl>
          </a:graphicData>
        </a:graphic>
      </p:graphicFrame>
    </p:spTree>
    <p:extLst>
      <p:ext uri="{BB962C8B-B14F-4D97-AF65-F5344CB8AC3E}">
        <p14:creationId xmlns:p14="http://schemas.microsoft.com/office/powerpoint/2010/main" val="233325199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842B8894-5AFC-0269-0755-3BD934862EB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UÇTAN UCA AKIŞ ŞEMASI</a:t>
            </a:r>
          </a:p>
        </p:txBody>
      </p:sp>
      <p:sp>
        <p:nvSpPr>
          <p:cNvPr id="5" name="Dikdörtgen: Köşeleri Yuvarlatılmış 4">
            <a:extLst xmlns:a="http://schemas.openxmlformats.org/drawingml/2006/main">
              <a:ext uri="{FF2B5EF4-FFF2-40B4-BE49-F238E27FC236}">
                <a16:creationId xmlns:a16="http://schemas.microsoft.com/office/drawing/2014/main" id="{3E292A55-2859-FEAA-3751-C6F337C416A8}"/>
              </a:ext>
            </a:extLst>
          </p:cNvPr>
          <p:cNvSpPr>
            <a:spLocks xmlns:a="http://schemas.openxmlformats.org/drawingml/2006/main" noGrp="1"/>
          </p:cNvSpPr>
          <p:nvPr/>
        </p:nvSpPr>
        <p:spPr>
          <a:xfrm xmlns:a="http://schemas.openxmlformats.org/drawingml/2006/main">
            <a:off x="904875" y="2333625"/>
            <a:ext cx="2381250" cy="2000250"/>
          </a:xfrm>
          <a:prstGeom xmlns:a="http://schemas.openxmlformats.org/drawingml/2006/main" prst="roundRect">
            <a:avLst>
              <a:gd name="adj" fmla="val 3810"/>
            </a:avLst>
          </a:prstGeom>
          <a:solidFill xmlns:a="http://schemas.openxmlformats.org/drawingml/2006/main">
            <a:srgbClr val="E1251B"/>
          </a:solidFill>
          <a:ln xmlns:a="http://schemas.openxmlformats.org/drawingml/2006/main" w="11430">
            <a:solidFill>
              <a:srgbClr val="E1251B"/>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1</a:t>
            </a:r>
            <a:r>
              <a:rPr sz="1200" b="1">
                <a:solidFill>
                  <a:srgbClr val="FFFFFF"/>
                </a:solidFill>
                <a:latin typeface="Arial"/>
                <a:ea typeface="Arial"/>
                <a:cs typeface="Arial"/>
              </a:rPr>
              <a:t>. Adım</a:t>
            </a:r>
            <a:endParaRPr sz="1200" b="1">
              <a:solidFill>
                <a:srgbClr val="FFFFFF"/>
              </a:solidFill>
              <a:latin typeface="Arial"/>
              <a:ea typeface="Arial"/>
              <a:cs typeface="Arial"/>
            </a:endParaRPr>
          </a:p>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PLANLAMA</a:t>
            </a:r>
          </a:p>
          <a:p xmlns:a="http://schemas.openxmlformats.org/drawingml/2006/main">
            <a:endParaRPr sz="1200" b="1">
              <a:solidFill>
                <a:srgbClr val="FFFFFF"/>
              </a:solidFill>
              <a:latin typeface="Arial"/>
              <a:ea typeface="Arial"/>
              <a:cs typeface="Arial"/>
            </a:endParaRPr>
          </a:p>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Yönetici</a:t>
            </a:r>
            <a:r>
              <a:rPr sz="1200" b="1">
                <a:solidFill>
                  <a:srgbClr val="FFFFFF"/>
                </a:solidFill>
                <a:latin typeface="Arial"/>
                <a:ea typeface="Arial"/>
                <a:cs typeface="Arial"/>
              </a:rPr>
              <a:t>;</a:t>
            </a:r>
            <a:r>
              <a:rPr sz="1200" b="1">
                <a:solidFill>
                  <a:srgbClr val="FFFFFF"/>
                </a:solidFill>
                <a:latin typeface="Arial"/>
                <a:ea typeface="Arial"/>
                <a:cs typeface="Arial"/>
              </a:rPr>
              <a:t> </a:t>
            </a:r>
            <a:r>
              <a:rPr sz="1200" b="1">
                <a:solidFill>
                  <a:srgbClr val="FFFFFF"/>
                </a:solidFill>
                <a:latin typeface="Arial"/>
                <a:ea typeface="Arial"/>
                <a:cs typeface="Arial"/>
              </a:rPr>
              <a:t>kriteri</a:t>
            </a:r>
            <a:r>
              <a:rPr sz="1200" b="1">
                <a:solidFill>
                  <a:srgbClr val="FFFFFF"/>
                </a:solidFill>
                <a:latin typeface="Arial"/>
                <a:ea typeface="Arial"/>
                <a:cs typeface="Arial"/>
              </a:rPr>
              <a:t>, </a:t>
            </a:r>
            <a:r>
              <a:rPr sz="1200" b="1">
                <a:solidFill>
                  <a:srgbClr val="FFFFFF"/>
                </a:solidFill>
                <a:latin typeface="Arial"/>
                <a:ea typeface="Arial"/>
                <a:cs typeface="Arial"/>
              </a:rPr>
              <a:t>dönemi</a:t>
            </a:r>
            <a:r>
              <a:rPr sz="1200" b="1">
                <a:solidFill>
                  <a:srgbClr val="FFFFFF"/>
                </a:solidFill>
                <a:latin typeface="Arial"/>
                <a:ea typeface="Arial"/>
                <a:cs typeface="Arial"/>
              </a:rPr>
              <a:t> </a:t>
            </a:r>
            <a:r>
              <a:rPr sz="1200" b="1">
                <a:solidFill>
                  <a:srgbClr val="FFFFFF"/>
                </a:solidFill>
                <a:latin typeface="Arial"/>
                <a:ea typeface="Arial"/>
                <a:cs typeface="Arial"/>
              </a:rPr>
              <a:t>ve</a:t>
            </a:r>
            <a:r>
              <a:rPr sz="1200" b="1">
                <a:solidFill>
                  <a:srgbClr val="FFFFFF"/>
                </a:solidFill>
                <a:latin typeface="Arial"/>
                <a:ea typeface="Arial"/>
                <a:cs typeface="Arial"/>
              </a:rPr>
              <a:t> </a:t>
            </a:r>
            <a:r>
              <a:rPr sz="1200" b="1">
                <a:solidFill>
                  <a:srgbClr val="FFFFFF"/>
                </a:solidFill>
                <a:latin typeface="Arial"/>
                <a:ea typeface="Arial"/>
                <a:cs typeface="Arial"/>
              </a:rPr>
              <a:t>tetkikçiyi</a:t>
            </a:r>
            <a:r>
              <a:rPr sz="1200" b="1">
                <a:solidFill>
                  <a:srgbClr val="FFFFFF"/>
                </a:solidFill>
                <a:latin typeface="Arial"/>
                <a:ea typeface="Arial"/>
                <a:cs typeface="Arial"/>
              </a:rPr>
              <a:t> </a:t>
            </a:r>
            <a:r>
              <a:rPr sz="1200" b="1">
                <a:solidFill>
                  <a:srgbClr val="FFFFFF"/>
                </a:solidFill>
                <a:latin typeface="Arial"/>
                <a:ea typeface="Arial"/>
                <a:cs typeface="Arial"/>
              </a:rPr>
              <a:t>tanımlar</a:t>
            </a:r>
            <a:r>
              <a:rPr sz="1200" b="1">
                <a:solidFill>
                  <a:srgbClr val="FFFFFF"/>
                </a:solidFill>
                <a:latin typeface="Arial"/>
                <a:ea typeface="Arial"/>
                <a:cs typeface="Arial"/>
              </a:rPr>
              <a:t>.</a:t>
            </a:r>
            <a:endParaRPr sz="1200" b="1">
              <a:solidFill>
                <a:srgbClr val="FFFFFF"/>
              </a:solidFill>
              <a:latin typeface="Arial"/>
              <a:ea typeface="Arial"/>
              <a:cs typeface="Arial"/>
            </a:endParaRPr>
          </a:p>
        </p:txBody>
      </p:sp>
      <p:sp>
        <p:nvSpPr>
          <p:cNvPr id="7" name="Dikdörtgen 6">
            <a:extLst xmlns:a="http://schemas.openxmlformats.org/drawingml/2006/main">
              <a:ext uri="{FF2B5EF4-FFF2-40B4-BE49-F238E27FC236}">
                <a16:creationId xmlns:a16="http://schemas.microsoft.com/office/drawing/2014/main" id="{A89318F5-A0F1-CD6E-E6E2-3E12CE198ADD}"/>
              </a:ext>
            </a:extLst>
          </p:cNvPr>
          <p:cNvSpPr>
            <a:spLocks xmlns:a="http://schemas.openxmlformats.org/drawingml/2006/main" noGrp="1"/>
          </p:cNvSpPr>
          <p:nvPr/>
        </p:nvSpPr>
        <p:spPr>
          <a:xfrm xmlns:a="http://schemas.openxmlformats.org/drawingml/2006/main">
            <a:off x="3286125" y="30956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E1251B"/>
                </a:solidFill>
                <a:latin typeface="Arial"/>
                <a:ea typeface="Arial"/>
                <a:cs typeface="Arial"/>
              </a:defRPr>
            </a:pPr>
            <a:r>
              <a:rPr sz="2100" b="1">
                <a:solidFill>
                  <a:srgbClr val="E1251B"/>
                </a:solidFill>
                <a:latin typeface="Arial"/>
                <a:ea typeface="Arial"/>
                <a:cs typeface="Arial"/>
              </a:rPr>
              <a:t>→</a:t>
            </a:r>
          </a:p>
        </p:txBody>
      </p:sp>
      <p:sp>
        <p:nvSpPr>
          <p:cNvPr id="9" name="Dikdörtgen: Köşeleri Yuvarlatılmış 8">
            <a:extLst xmlns:a="http://schemas.openxmlformats.org/drawingml/2006/main">
              <a:ext uri="{FF2B5EF4-FFF2-40B4-BE49-F238E27FC236}">
                <a16:creationId xmlns:a16="http://schemas.microsoft.com/office/drawing/2014/main" id="{6A9372C2-3837-85AC-C1F4-3887F246E19C}"/>
              </a:ext>
            </a:extLst>
          </p:cNvPr>
          <p:cNvSpPr>
            <a:spLocks xmlns:a="http://schemas.openxmlformats.org/drawingml/2006/main" noGrp="1"/>
          </p:cNvSpPr>
          <p:nvPr/>
        </p:nvSpPr>
        <p:spPr>
          <a:xfrm xmlns:a="http://schemas.openxmlformats.org/drawingml/2006/main">
            <a:off x="3667125" y="2333625"/>
            <a:ext cx="23812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1430">
            <a:solidFill>
              <a:srgbClr val="E1251B"/>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202124"/>
                </a:solidFill>
                <a:latin typeface="Arial"/>
                <a:ea typeface="Arial"/>
                <a:cs typeface="Arial"/>
              </a:defRPr>
            </a:pPr>
            <a:r>
              <a:rPr sz="1200" b="1">
                <a:solidFill>
                  <a:srgbClr val="202124"/>
                </a:solidFill>
                <a:latin typeface="Arial"/>
                <a:ea typeface="Arial"/>
                <a:cs typeface="Arial"/>
              </a:rPr>
              <a:t>2</a:t>
            </a:r>
            <a:r>
              <a:rPr sz="1200" b="1">
                <a:solidFill>
                  <a:srgbClr val="202124"/>
                </a:solidFill>
                <a:latin typeface="Arial"/>
                <a:ea typeface="Arial"/>
                <a:cs typeface="Arial"/>
              </a:rPr>
              <a:t>. Adım</a:t>
            </a:r>
            <a:endParaRPr sz="1200" b="1">
              <a:solidFill>
                <a:srgbClr val="202124"/>
              </a:solidFill>
              <a:latin typeface="Arial"/>
              <a:ea typeface="Arial"/>
              <a:cs typeface="Arial"/>
            </a:endParaRPr>
          </a:p>
          <a:p xmlns:a="http://schemas.openxmlformats.org/drawingml/2006/main">
            <a:pPr algn="ctr">
              <a:buNone/>
              <a:defRPr sz="1200" b="1">
                <a:solidFill>
                  <a:srgbClr val="202124"/>
                </a:solidFill>
                <a:latin typeface="Arial"/>
                <a:ea typeface="Arial"/>
                <a:cs typeface="Arial"/>
              </a:defRPr>
            </a:pPr>
            <a:r>
              <a:rPr sz="1200" b="1">
                <a:solidFill>
                  <a:srgbClr val="202124"/>
                </a:solidFill>
                <a:latin typeface="Arial"/>
                <a:ea typeface="Arial"/>
                <a:cs typeface="Arial"/>
              </a:rPr>
              <a:t>SAHA</a:t>
            </a:r>
          </a:p>
          <a:p xmlns:a="http://schemas.openxmlformats.org/drawingml/2006/main">
            <a:endParaRPr sz="1200" b="1">
              <a:solidFill>
                <a:srgbClr val="202124"/>
              </a:solidFill>
              <a:latin typeface="Arial"/>
              <a:ea typeface="Arial"/>
              <a:cs typeface="Arial"/>
            </a:endParaRPr>
          </a:p>
          <a:p xmlns:a="http://schemas.openxmlformats.org/drawingml/2006/main">
            <a:pPr algn="ctr">
              <a:buNone/>
              <a:defRPr sz="1200" b="1">
                <a:solidFill>
                  <a:srgbClr val="202124"/>
                </a:solidFill>
                <a:latin typeface="Arial"/>
                <a:ea typeface="Arial"/>
                <a:cs typeface="Arial"/>
              </a:defRPr>
            </a:pPr>
            <a:r>
              <a:rPr sz="1200" b="1">
                <a:solidFill>
                  <a:srgbClr val="202124"/>
                </a:solidFill>
                <a:latin typeface="Arial"/>
                <a:ea typeface="Arial"/>
                <a:cs typeface="Arial"/>
              </a:rPr>
              <a:t>Tetkikçi</a:t>
            </a:r>
            <a:r>
              <a:rPr sz="1200" b="1">
                <a:solidFill>
                  <a:srgbClr val="202124"/>
                </a:solidFill>
                <a:latin typeface="Arial"/>
                <a:ea typeface="Arial"/>
                <a:cs typeface="Arial"/>
              </a:rPr>
              <a:t> QR </a:t>
            </a:r>
            <a:r>
              <a:rPr sz="1200" b="1">
                <a:solidFill>
                  <a:srgbClr val="202124"/>
                </a:solidFill>
                <a:latin typeface="Arial"/>
                <a:ea typeface="Arial"/>
                <a:cs typeface="Arial"/>
              </a:rPr>
              <a:t>ile</a:t>
            </a:r>
            <a:r>
              <a:rPr sz="1200" b="1">
                <a:solidFill>
                  <a:srgbClr val="202124"/>
                </a:solidFill>
                <a:latin typeface="Arial"/>
                <a:ea typeface="Arial"/>
                <a:cs typeface="Arial"/>
              </a:rPr>
              <a:t> </a:t>
            </a:r>
            <a:r>
              <a:rPr sz="1200" b="1">
                <a:solidFill>
                  <a:srgbClr val="202124"/>
                </a:solidFill>
                <a:latin typeface="Arial"/>
                <a:ea typeface="Arial"/>
                <a:cs typeface="Arial"/>
              </a:rPr>
              <a:t>kontrolü</a:t>
            </a:r>
            <a:r>
              <a:rPr sz="1200" b="1">
                <a:solidFill>
                  <a:srgbClr val="202124"/>
                </a:solidFill>
                <a:latin typeface="Arial"/>
                <a:ea typeface="Arial"/>
                <a:cs typeface="Arial"/>
              </a:rPr>
              <a:t> </a:t>
            </a:r>
            <a:r>
              <a:rPr sz="1200" b="1">
                <a:solidFill>
                  <a:srgbClr val="202124"/>
                </a:solidFill>
                <a:latin typeface="Arial"/>
                <a:ea typeface="Arial"/>
                <a:cs typeface="Arial"/>
              </a:rPr>
              <a:t>açar</a:t>
            </a:r>
            <a:r>
              <a:rPr sz="1200" b="1">
                <a:solidFill>
                  <a:srgbClr val="202124"/>
                </a:solidFill>
                <a:latin typeface="Arial"/>
                <a:ea typeface="Arial"/>
                <a:cs typeface="Arial"/>
              </a:rPr>
              <a:t> </a:t>
            </a:r>
            <a:r>
              <a:rPr sz="1200" b="1">
                <a:solidFill>
                  <a:srgbClr val="202124"/>
                </a:solidFill>
                <a:latin typeface="Arial"/>
                <a:ea typeface="Arial"/>
                <a:cs typeface="Arial"/>
              </a:rPr>
              <a:t>ve</a:t>
            </a:r>
            <a:r>
              <a:rPr sz="1200" b="1">
                <a:solidFill>
                  <a:srgbClr val="202124"/>
                </a:solidFill>
                <a:latin typeface="Arial"/>
                <a:ea typeface="Arial"/>
                <a:cs typeface="Arial"/>
              </a:rPr>
              <a:t> </a:t>
            </a:r>
            <a:r>
              <a:rPr sz="1200" b="1">
                <a:solidFill>
                  <a:srgbClr val="202124"/>
                </a:solidFill>
                <a:latin typeface="Arial"/>
                <a:ea typeface="Arial"/>
                <a:cs typeface="Arial"/>
              </a:rPr>
              <a:t>sonucu</a:t>
            </a:r>
            <a:r>
              <a:rPr sz="1200" b="1">
                <a:solidFill>
                  <a:srgbClr val="202124"/>
                </a:solidFill>
                <a:latin typeface="Arial"/>
                <a:ea typeface="Arial"/>
                <a:cs typeface="Arial"/>
              </a:rPr>
              <a:t> </a:t>
            </a:r>
            <a:r>
              <a:rPr sz="1200" b="1">
                <a:solidFill>
                  <a:srgbClr val="202124"/>
                </a:solidFill>
                <a:latin typeface="Arial"/>
                <a:ea typeface="Arial"/>
                <a:cs typeface="Arial"/>
              </a:rPr>
              <a:t>kaydeder</a:t>
            </a:r>
            <a:r>
              <a:rPr sz="1200" b="1">
                <a:solidFill>
                  <a:srgbClr val="202124"/>
                </a:solidFill>
                <a:latin typeface="Arial"/>
                <a:ea typeface="Arial"/>
                <a:cs typeface="Arial"/>
              </a:rPr>
              <a:t>. Uygunsuzluk durumu varsa fotoğraflar.</a:t>
            </a:r>
            <a:endParaRPr sz="1200" b="1">
              <a:solidFill>
                <a:srgbClr val="202124"/>
              </a:solidFill>
              <a:latin typeface="Arial"/>
              <a:ea typeface="Arial"/>
              <a:cs typeface="Arial"/>
            </a:endParaRPr>
          </a:p>
        </p:txBody>
      </p:sp>
      <p:sp>
        <p:nvSpPr>
          <p:cNvPr id="11" name="Dikdörtgen 10">
            <a:extLst xmlns:a="http://schemas.openxmlformats.org/drawingml/2006/main">
              <a:ext uri="{FF2B5EF4-FFF2-40B4-BE49-F238E27FC236}">
                <a16:creationId xmlns:a16="http://schemas.microsoft.com/office/drawing/2014/main" id="{53663780-384D-08FD-846B-A478D5F2130B}"/>
              </a:ext>
            </a:extLst>
          </p:cNvPr>
          <p:cNvSpPr>
            <a:spLocks xmlns:a="http://schemas.openxmlformats.org/drawingml/2006/main" noGrp="1"/>
          </p:cNvSpPr>
          <p:nvPr/>
        </p:nvSpPr>
        <p:spPr>
          <a:xfrm xmlns:a="http://schemas.openxmlformats.org/drawingml/2006/main">
            <a:off x="6048375" y="30956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E1251B"/>
                </a:solidFill>
                <a:latin typeface="Arial"/>
                <a:ea typeface="Arial"/>
                <a:cs typeface="Arial"/>
              </a:defRPr>
            </a:pPr>
            <a:r>
              <a:rPr sz="2100" b="1">
                <a:solidFill>
                  <a:srgbClr val="E1251B"/>
                </a:solidFill>
                <a:latin typeface="Arial"/>
                <a:ea typeface="Arial"/>
                <a:cs typeface="Arial"/>
              </a:rPr>
              <a:t>→</a:t>
            </a:r>
          </a:p>
        </p:txBody>
      </p:sp>
      <p:sp>
        <p:nvSpPr>
          <p:cNvPr id="13" name="Dikdörtgen: Köşeleri Yuvarlatılmış 12">
            <a:extLst xmlns:a="http://schemas.openxmlformats.org/drawingml/2006/main">
              <a:ext uri="{FF2B5EF4-FFF2-40B4-BE49-F238E27FC236}">
                <a16:creationId xmlns:a16="http://schemas.microsoft.com/office/drawing/2014/main" id="{C86AD5F4-3B41-21BE-150D-A75DEADF2ACE}"/>
              </a:ext>
            </a:extLst>
          </p:cNvPr>
          <p:cNvSpPr>
            <a:spLocks xmlns:a="http://schemas.openxmlformats.org/drawingml/2006/main" noGrp="1"/>
          </p:cNvSpPr>
          <p:nvPr/>
        </p:nvSpPr>
        <p:spPr>
          <a:xfrm xmlns:a="http://schemas.openxmlformats.org/drawingml/2006/main">
            <a:off x="6429375" y="2333625"/>
            <a:ext cx="23812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1430">
            <a:solidFill>
              <a:srgbClr val="E1251B"/>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202124"/>
                </a:solidFill>
                <a:latin typeface="Arial"/>
                <a:ea typeface="Arial"/>
                <a:cs typeface="Arial"/>
              </a:defRPr>
            </a:pPr>
            <a:r>
              <a:rPr sz="1200" b="1">
                <a:solidFill>
                  <a:srgbClr val="202124"/>
                </a:solidFill>
                <a:latin typeface="Arial"/>
                <a:ea typeface="Arial"/>
                <a:cs typeface="Arial"/>
              </a:rPr>
              <a:t>3</a:t>
            </a:r>
            <a:r>
              <a:rPr sz="1200" b="1">
                <a:solidFill>
                  <a:srgbClr val="202124"/>
                </a:solidFill>
                <a:latin typeface="Arial"/>
                <a:ea typeface="Arial"/>
                <a:cs typeface="Arial"/>
              </a:rPr>
              <a:t>. Adım</a:t>
            </a:r>
            <a:endParaRPr sz="1200" b="1">
              <a:solidFill>
                <a:srgbClr val="202124"/>
              </a:solidFill>
              <a:latin typeface="Arial"/>
              <a:ea typeface="Arial"/>
              <a:cs typeface="Arial"/>
            </a:endParaRPr>
          </a:p>
          <a:p xmlns:a="http://schemas.openxmlformats.org/drawingml/2006/main">
            <a:pPr algn="ctr">
              <a:buNone/>
              <a:defRPr sz="1200" b="1">
                <a:solidFill>
                  <a:srgbClr val="202124"/>
                </a:solidFill>
                <a:latin typeface="Arial"/>
                <a:ea typeface="Arial"/>
                <a:cs typeface="Arial"/>
              </a:defRPr>
            </a:pPr>
            <a:r>
              <a:rPr sz="1200" b="1">
                <a:solidFill>
                  <a:srgbClr val="202124"/>
                </a:solidFill>
                <a:latin typeface="Arial"/>
                <a:ea typeface="Arial"/>
                <a:cs typeface="Arial"/>
              </a:rPr>
              <a:t>DÜZELTME</a:t>
            </a:r>
          </a:p>
          <a:p xmlns:a="http://schemas.openxmlformats.org/drawingml/2006/main">
            <a:endParaRPr sz="1200" b="1">
              <a:solidFill>
                <a:srgbClr val="202124"/>
              </a:solidFill>
              <a:latin typeface="Arial"/>
              <a:ea typeface="Arial"/>
              <a:cs typeface="Arial"/>
            </a:endParaRPr>
          </a:p>
          <a:p xmlns:a="http://schemas.openxmlformats.org/drawingml/2006/main">
            <a:pPr algn="ctr">
              <a:buNone/>
              <a:defRPr sz="1200" b="1">
                <a:solidFill>
                  <a:srgbClr val="202124"/>
                </a:solidFill>
                <a:latin typeface="Arial"/>
                <a:ea typeface="Arial"/>
                <a:cs typeface="Arial"/>
              </a:defRPr>
            </a:pPr>
            <a:r>
              <a:rPr sz="1200" b="1">
                <a:solidFill>
                  <a:srgbClr val="202124"/>
                </a:solidFill>
                <a:latin typeface="Arial"/>
                <a:ea typeface="Arial"/>
                <a:cs typeface="Arial"/>
              </a:rPr>
              <a:t>Alan </a:t>
            </a:r>
            <a:r>
              <a:rPr sz="1200" b="1">
                <a:solidFill>
                  <a:srgbClr val="202124"/>
                </a:solidFill>
                <a:latin typeface="Arial"/>
                <a:ea typeface="Arial"/>
                <a:cs typeface="Arial"/>
              </a:rPr>
              <a:t>sorumlusu</a:t>
            </a:r>
            <a:r>
              <a:rPr sz="1200" b="1">
                <a:solidFill>
                  <a:srgbClr val="202124"/>
                </a:solidFill>
                <a:latin typeface="Arial"/>
                <a:ea typeface="Arial"/>
                <a:cs typeface="Arial"/>
              </a:rPr>
              <a:t> </a:t>
            </a:r>
            <a:r>
              <a:rPr sz="1200" b="1">
                <a:solidFill>
                  <a:srgbClr val="202124"/>
                </a:solidFill>
                <a:latin typeface="Arial"/>
                <a:ea typeface="Arial"/>
                <a:cs typeface="Arial"/>
              </a:rPr>
              <a:t>uygunsuzluk halinde, </a:t>
            </a:r>
            <a:r>
              <a:rPr sz="1200" b="1">
                <a:solidFill>
                  <a:srgbClr val="202124"/>
                </a:solidFill>
                <a:latin typeface="Arial"/>
                <a:ea typeface="Arial"/>
                <a:cs typeface="Arial"/>
              </a:rPr>
              <a:t>açıklama</a:t>
            </a:r>
            <a:r>
              <a:rPr sz="1200" b="1">
                <a:solidFill>
                  <a:srgbClr val="202124"/>
                </a:solidFill>
                <a:latin typeface="Arial"/>
                <a:ea typeface="Arial"/>
                <a:cs typeface="Arial"/>
              </a:rPr>
              <a:t> </a:t>
            </a:r>
            <a:r>
              <a:rPr sz="1200" b="1">
                <a:solidFill>
                  <a:srgbClr val="202124"/>
                </a:solidFill>
                <a:latin typeface="Arial"/>
                <a:ea typeface="Arial"/>
                <a:cs typeface="Arial"/>
              </a:rPr>
              <a:t>ve</a:t>
            </a:r>
            <a:r>
              <a:rPr sz="1200" b="1">
                <a:solidFill>
                  <a:srgbClr val="202124"/>
                </a:solidFill>
                <a:latin typeface="Arial"/>
                <a:ea typeface="Arial"/>
                <a:cs typeface="Arial"/>
              </a:rPr>
              <a:t> </a:t>
            </a:r>
            <a:r>
              <a:rPr sz="1200" b="1">
                <a:solidFill>
                  <a:srgbClr val="202124"/>
                </a:solidFill>
                <a:latin typeface="Arial"/>
                <a:ea typeface="Arial"/>
                <a:cs typeface="Arial"/>
              </a:rPr>
              <a:t>fotoğrafla</a:t>
            </a:r>
            <a:r>
              <a:rPr sz="1200" b="1">
                <a:solidFill>
                  <a:srgbClr val="202124"/>
                </a:solidFill>
                <a:latin typeface="Arial"/>
                <a:ea typeface="Arial"/>
                <a:cs typeface="Arial"/>
              </a:rPr>
              <a:t> </a:t>
            </a:r>
            <a:r>
              <a:rPr sz="1200" b="1">
                <a:solidFill>
                  <a:srgbClr val="202124"/>
                </a:solidFill>
                <a:latin typeface="Arial"/>
                <a:ea typeface="Arial"/>
                <a:cs typeface="Arial"/>
              </a:rPr>
              <a:t>sorunun giderildiğini</a:t>
            </a:r>
            <a:r>
              <a:rPr sz="1200" b="1">
                <a:solidFill>
                  <a:srgbClr val="202124"/>
                </a:solidFill>
                <a:latin typeface="Arial"/>
                <a:ea typeface="Arial"/>
                <a:cs typeface="Arial"/>
              </a:rPr>
              <a:t> </a:t>
            </a:r>
            <a:r>
              <a:rPr sz="1200" b="1">
                <a:solidFill>
                  <a:srgbClr val="202124"/>
                </a:solidFill>
                <a:latin typeface="Arial"/>
                <a:ea typeface="Arial"/>
                <a:cs typeface="Arial"/>
              </a:rPr>
              <a:t>belgeler</a:t>
            </a:r>
            <a:r>
              <a:rPr sz="1200" b="1">
                <a:solidFill>
                  <a:srgbClr val="202124"/>
                </a:solidFill>
                <a:latin typeface="Arial"/>
                <a:ea typeface="Arial"/>
                <a:cs typeface="Arial"/>
              </a:rPr>
              <a:t> ve onay bekler.</a:t>
            </a:r>
            <a:endParaRPr sz="1200" b="1">
              <a:solidFill>
                <a:srgbClr val="202124"/>
              </a:solidFill>
              <a:latin typeface="Arial"/>
              <a:ea typeface="Arial"/>
              <a:cs typeface="Arial"/>
            </a:endParaRPr>
          </a:p>
        </p:txBody>
      </p:sp>
      <p:sp>
        <p:nvSpPr>
          <p:cNvPr id="15" name="Dikdörtgen 14">
            <a:extLst xmlns:a="http://schemas.openxmlformats.org/drawingml/2006/main">
              <a:ext uri="{FF2B5EF4-FFF2-40B4-BE49-F238E27FC236}">
                <a16:creationId xmlns:a16="http://schemas.microsoft.com/office/drawing/2014/main" id="{5726B2EC-9233-5383-D050-47B9913EAA38}"/>
              </a:ext>
            </a:extLst>
          </p:cNvPr>
          <p:cNvSpPr>
            <a:spLocks xmlns:a="http://schemas.openxmlformats.org/drawingml/2006/main" noGrp="1"/>
          </p:cNvSpPr>
          <p:nvPr/>
        </p:nvSpPr>
        <p:spPr>
          <a:xfrm xmlns:a="http://schemas.openxmlformats.org/drawingml/2006/main">
            <a:off x="8810625" y="30956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E1251B"/>
                </a:solidFill>
                <a:latin typeface="Arial"/>
                <a:ea typeface="Arial"/>
                <a:cs typeface="Arial"/>
              </a:defRPr>
            </a:pPr>
            <a:r>
              <a:rPr sz="2100" b="1">
                <a:solidFill>
                  <a:srgbClr val="E1251B"/>
                </a:solidFill>
                <a:latin typeface="Arial"/>
                <a:ea typeface="Arial"/>
                <a:cs typeface="Arial"/>
              </a:rPr>
              <a:t>→</a:t>
            </a:r>
          </a:p>
        </p:txBody>
      </p:sp>
      <p:sp>
        <p:nvSpPr>
          <p:cNvPr id="17" name="Dikdörtgen: Köşeleri Yuvarlatılmış 16">
            <a:extLst xmlns:a="http://schemas.openxmlformats.org/drawingml/2006/main">
              <a:ext uri="{FF2B5EF4-FFF2-40B4-BE49-F238E27FC236}">
                <a16:creationId xmlns:a16="http://schemas.microsoft.com/office/drawing/2014/main" id="{A02AF028-4552-C295-F768-430C2D2FA8F2}"/>
              </a:ext>
            </a:extLst>
          </p:cNvPr>
          <p:cNvSpPr>
            <a:spLocks xmlns:a="http://schemas.openxmlformats.org/drawingml/2006/main" noGrp="1"/>
          </p:cNvSpPr>
          <p:nvPr/>
        </p:nvSpPr>
        <p:spPr>
          <a:xfrm xmlns:a="http://schemas.openxmlformats.org/drawingml/2006/main">
            <a:off x="9191625" y="2333625"/>
            <a:ext cx="23812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1430">
            <a:solidFill>
              <a:srgbClr val="E1251B"/>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202124"/>
                </a:solidFill>
                <a:latin typeface="Arial"/>
                <a:ea typeface="Arial"/>
                <a:cs typeface="Arial"/>
              </a:defRPr>
            </a:pPr>
            <a:r>
              <a:rPr sz="1200" b="1">
                <a:solidFill>
                  <a:srgbClr val="202124"/>
                </a:solidFill>
                <a:latin typeface="Arial"/>
                <a:ea typeface="Arial"/>
                <a:cs typeface="Arial"/>
              </a:rPr>
              <a:t>4</a:t>
            </a:r>
            <a:r>
              <a:rPr sz="1200" b="1">
                <a:solidFill>
                  <a:srgbClr val="202124"/>
                </a:solidFill>
                <a:latin typeface="Arial"/>
                <a:ea typeface="Arial"/>
                <a:cs typeface="Arial"/>
              </a:rPr>
              <a:t>. Adım</a:t>
            </a:r>
            <a:endParaRPr sz="1200" b="1">
              <a:solidFill>
                <a:srgbClr val="202124"/>
              </a:solidFill>
              <a:latin typeface="Arial"/>
              <a:ea typeface="Arial"/>
              <a:cs typeface="Arial"/>
            </a:endParaRPr>
          </a:p>
          <a:p xmlns:a="http://schemas.openxmlformats.org/drawingml/2006/main">
            <a:pPr algn="ctr">
              <a:buNone/>
              <a:defRPr sz="1200" b="1">
                <a:solidFill>
                  <a:srgbClr val="202124"/>
                </a:solidFill>
                <a:latin typeface="Arial"/>
                <a:ea typeface="Arial"/>
                <a:cs typeface="Arial"/>
              </a:defRPr>
            </a:pPr>
            <a:r>
              <a:rPr sz="1200" b="1">
                <a:solidFill>
                  <a:srgbClr val="202124"/>
                </a:solidFill>
                <a:latin typeface="Arial"/>
                <a:ea typeface="Arial"/>
                <a:cs typeface="Arial"/>
              </a:rPr>
              <a:t>KARAR</a:t>
            </a:r>
          </a:p>
          <a:p xmlns:a="http://schemas.openxmlformats.org/drawingml/2006/main">
            <a:endParaRPr sz="1200" b="1">
              <a:solidFill>
                <a:srgbClr val="202124"/>
              </a:solidFill>
              <a:latin typeface="Arial"/>
              <a:ea typeface="Arial"/>
              <a:cs typeface="Arial"/>
            </a:endParaRPr>
          </a:p>
          <a:p xmlns:a="http://schemas.openxmlformats.org/drawingml/2006/main">
            <a:pPr algn="ctr">
              <a:buNone/>
              <a:defRPr sz="1200" b="1">
                <a:solidFill>
                  <a:srgbClr val="202124"/>
                </a:solidFill>
                <a:latin typeface="Arial"/>
                <a:ea typeface="Arial"/>
                <a:cs typeface="Arial"/>
              </a:defRPr>
            </a:pPr>
            <a:r>
              <a:rPr sz="1200" b="1">
                <a:solidFill>
                  <a:srgbClr val="202124"/>
                </a:solidFill>
                <a:latin typeface="Arial"/>
                <a:ea typeface="Arial"/>
                <a:cs typeface="Arial"/>
              </a:rPr>
              <a:t>Yönetici</a:t>
            </a:r>
            <a:r>
              <a:rPr sz="1200" b="1">
                <a:solidFill>
                  <a:srgbClr val="202124"/>
                </a:solidFill>
                <a:latin typeface="Arial"/>
                <a:ea typeface="Arial"/>
                <a:cs typeface="Arial"/>
              </a:rPr>
              <a:t> </a:t>
            </a:r>
            <a:r>
              <a:rPr sz="1200" b="1">
                <a:solidFill>
                  <a:srgbClr val="202124"/>
                </a:solidFill>
                <a:latin typeface="Arial"/>
                <a:ea typeface="Arial"/>
                <a:cs typeface="Arial"/>
              </a:rPr>
              <a:t>kanıtı</a:t>
            </a:r>
            <a:r>
              <a:rPr sz="1200" b="1">
                <a:solidFill>
                  <a:srgbClr val="202124"/>
                </a:solidFill>
                <a:latin typeface="Arial"/>
                <a:ea typeface="Arial"/>
                <a:cs typeface="Arial"/>
              </a:rPr>
              <a:t> </a:t>
            </a:r>
            <a:r>
              <a:rPr sz="1200" b="1">
                <a:solidFill>
                  <a:srgbClr val="202124"/>
                </a:solidFill>
                <a:latin typeface="Arial"/>
                <a:ea typeface="Arial"/>
                <a:cs typeface="Arial"/>
              </a:rPr>
              <a:t>onaylar</a:t>
            </a:r>
            <a:r>
              <a:rPr sz="1200" b="1">
                <a:solidFill>
                  <a:srgbClr val="202124"/>
                </a:solidFill>
                <a:latin typeface="Arial"/>
                <a:ea typeface="Arial"/>
                <a:cs typeface="Arial"/>
              </a:rPr>
              <a:t> </a:t>
            </a:r>
            <a:r>
              <a:rPr sz="1200" b="1">
                <a:solidFill>
                  <a:srgbClr val="202124"/>
                </a:solidFill>
                <a:latin typeface="Arial"/>
                <a:ea typeface="Arial"/>
                <a:cs typeface="Arial"/>
              </a:rPr>
              <a:t>veya</a:t>
            </a:r>
            <a:r>
              <a:rPr sz="1200" b="1">
                <a:solidFill>
                  <a:srgbClr val="202124"/>
                </a:solidFill>
                <a:latin typeface="Arial"/>
                <a:ea typeface="Arial"/>
                <a:cs typeface="Arial"/>
              </a:rPr>
              <a:t> </a:t>
            </a:r>
            <a:r>
              <a:rPr sz="1200" b="1">
                <a:solidFill>
                  <a:srgbClr val="202124"/>
                </a:solidFill>
                <a:latin typeface="Arial"/>
                <a:ea typeface="Arial"/>
                <a:cs typeface="Arial"/>
              </a:rPr>
              <a:t>gerekçeyle</a:t>
            </a:r>
            <a:r>
              <a:rPr sz="1200" b="1">
                <a:solidFill>
                  <a:srgbClr val="202124"/>
                </a:solidFill>
                <a:latin typeface="Arial"/>
                <a:ea typeface="Arial"/>
                <a:cs typeface="Arial"/>
              </a:rPr>
              <a:t> </a:t>
            </a:r>
            <a:r>
              <a:rPr sz="1200" b="1">
                <a:solidFill>
                  <a:srgbClr val="202124"/>
                </a:solidFill>
                <a:latin typeface="Arial"/>
                <a:ea typeface="Arial"/>
                <a:cs typeface="Arial"/>
              </a:rPr>
              <a:t>iade</a:t>
            </a:r>
            <a:r>
              <a:rPr sz="1200" b="1">
                <a:solidFill>
                  <a:srgbClr val="202124"/>
                </a:solidFill>
                <a:latin typeface="Arial"/>
                <a:ea typeface="Arial"/>
                <a:cs typeface="Arial"/>
              </a:rPr>
              <a:t> </a:t>
            </a:r>
            <a:r>
              <a:rPr sz="1200" b="1">
                <a:solidFill>
                  <a:srgbClr val="202124"/>
                </a:solidFill>
                <a:latin typeface="Arial"/>
                <a:ea typeface="Arial"/>
                <a:cs typeface="Arial"/>
              </a:rPr>
              <a:t>eder</a:t>
            </a:r>
            <a:r>
              <a:rPr sz="1200" b="1">
                <a:solidFill>
                  <a:srgbClr val="202124"/>
                </a:solidFill>
                <a:latin typeface="Arial"/>
                <a:ea typeface="Arial"/>
                <a:cs typeface="Arial"/>
              </a:rPr>
              <a:t>. Süreç sonlanmış olur.</a:t>
            </a:r>
            <a:endParaRPr sz="1200" b="1">
              <a:solidFill>
                <a:srgbClr val="202124"/>
              </a:solidFill>
              <a:latin typeface="Arial"/>
              <a:ea typeface="Arial"/>
              <a:cs typeface="Arial"/>
            </a:endParaRPr>
          </a:p>
        </p:txBody>
      </p:sp>
    </p:spTree>
    <p:extLst>
      <p:ext uri="{BB962C8B-B14F-4D97-AF65-F5344CB8AC3E}">
        <p14:creationId xmlns:p14="http://schemas.microsoft.com/office/powerpoint/2010/main" val="365190494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0E5A303C-85A9-F73D-4A10-F41FCEBCC13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Proje Mimarisi</a:t>
            </a:r>
          </a:p>
        </p:txBody>
      </p:sp>
      <p:sp>
        <p:nvSpPr>
          <p:cNvPr id="5" name="Dikdörtgen: Köşeleri Yuvarlatılmış 4">
            <a:extLst xmlns:a="http://schemas.openxmlformats.org/drawingml/2006/main">
              <a:ext uri="{FF2B5EF4-FFF2-40B4-BE49-F238E27FC236}">
                <a16:creationId xmlns:a16="http://schemas.microsoft.com/office/drawing/2014/main" id="{403A3578-E075-2F67-9561-9FD0A54F1FD4}"/>
              </a:ext>
            </a:extLst>
          </p:cNvPr>
          <p:cNvSpPr>
            <a:spLocks xmlns:a="http://schemas.openxmlformats.org/drawingml/2006/main" noGrp="1"/>
          </p:cNvSpPr>
          <p:nvPr/>
        </p:nvSpPr>
        <p:spPr>
          <a:xfrm xmlns:a="http://schemas.openxmlformats.org/drawingml/2006/main">
            <a:off x="2395792" y="1858297"/>
            <a:ext cx="3254477" cy="1256378"/>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11430">
            <a:solidFill>
              <a:srgbClr val="E1251B"/>
            </a:solid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02124"/>
                </a:solidFill>
                <a:latin typeface="Arial"/>
                <a:ea typeface="Arial"/>
                <a:cs typeface="Arial"/>
              </a:defRPr>
            </a:pPr>
            <a:r>
              <a:rPr sz="1500" b="1">
                <a:solidFill>
                  <a:srgbClr val="202124"/>
                </a:solidFill>
                <a:latin typeface="Arial"/>
                <a:ea typeface="Arial"/>
                <a:cs typeface="Arial"/>
              </a:rPr>
              <a:t>FRONTEND (</a:t>
            </a:r>
            <a:r>
              <a:rPr sz="1500" b="1">
                <a:solidFill>
                  <a:srgbClr val="202124"/>
                </a:solidFill>
                <a:latin typeface="Arial"/>
                <a:ea typeface="Arial"/>
                <a:cs typeface="Arial"/>
              </a:rPr>
              <a:t>ARAYÜZ</a:t>
            </a:r>
            <a:r>
              <a:rPr sz="1500" b="1">
                <a:solidFill>
                  <a:srgbClr val="202124"/>
                </a:solidFill>
                <a:latin typeface="Arial"/>
                <a:ea typeface="Arial"/>
                <a:cs typeface="Arial"/>
              </a:rPr>
              <a:t>)</a:t>
            </a:r>
            <a:endParaRPr sz="1500" b="1">
              <a:solidFill>
                <a:srgbClr val="202124"/>
              </a:solidFill>
              <a:latin typeface="Arial"/>
              <a:ea typeface="Arial"/>
              <a:cs typeface="Arial"/>
            </a:endParaRPr>
          </a:p>
          <a:p xmlns:a="http://schemas.openxmlformats.org/drawingml/2006/main">
            <a:pPr algn="ctr">
              <a:buNone/>
              <a:defRPr sz="1500" b="1">
                <a:solidFill>
                  <a:srgbClr val="202124"/>
                </a:solidFill>
                <a:latin typeface="Arial"/>
                <a:ea typeface="Arial"/>
                <a:cs typeface="Arial"/>
              </a:defRPr>
            </a:pPr>
            <a:r>
              <a:rPr sz="1500" b="1">
                <a:solidFill>
                  <a:srgbClr val="202124"/>
                </a:solidFill>
                <a:latin typeface="Arial"/>
                <a:ea typeface="Arial"/>
                <a:cs typeface="Arial"/>
              </a:rPr>
              <a:t>React + TypeScript</a:t>
            </a:r>
          </a:p>
        </p:txBody>
      </p:sp>
      <p:sp>
        <p:nvSpPr>
          <p:cNvPr id="7" name="Dikdörtgen: Köşeleri Yuvarlatılmış 6">
            <a:extLst xmlns:a="http://schemas.openxmlformats.org/drawingml/2006/main">
              <a:ext uri="{FF2B5EF4-FFF2-40B4-BE49-F238E27FC236}">
                <a16:creationId xmlns:a16="http://schemas.microsoft.com/office/drawing/2014/main" id="{ECE94942-D61D-F77F-D905-D6CCC12DB728}"/>
              </a:ext>
            </a:extLst>
          </p:cNvPr>
          <p:cNvSpPr>
            <a:spLocks xmlns:a="http://schemas.openxmlformats.org/drawingml/2006/main" noGrp="1"/>
          </p:cNvSpPr>
          <p:nvPr/>
        </p:nvSpPr>
        <p:spPr>
          <a:xfrm xmlns:a="http://schemas.openxmlformats.org/drawingml/2006/main">
            <a:off x="6440128" y="1858297"/>
            <a:ext cx="3254477" cy="1256378"/>
          </a:xfrm>
          <a:prstGeom xmlns:a="http://schemas.openxmlformats.org/drawingml/2006/main" prst="roundRect">
            <a:avLst>
              <a:gd name="adj" fmla="val 6400"/>
            </a:avLst>
          </a:prstGeom>
          <a:solidFill xmlns:a="http://schemas.openxmlformats.org/drawingml/2006/main">
            <a:schemeClr val="bg1"/>
          </a:solidFill>
          <a:ln xmlns:a="http://schemas.openxmlformats.org/drawingml/2006/main" w="11430">
            <a:solidFill>
              <a:srgbClr val="E1251B"/>
            </a:solid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chemeClr val="tx1"/>
                </a:solidFill>
                <a:latin typeface="Arial"/>
                <a:ea typeface="Arial"/>
                <a:cs typeface="Arial"/>
              </a:rPr>
              <a:t>BACKEND</a:t>
            </a:r>
            <a:r>
              <a:rPr sz="1500" b="1">
                <a:solidFill>
                  <a:schemeClr val="bg1"/>
                </a:solidFill>
                <a:latin typeface="Arial"/>
                <a:ea typeface="Arial"/>
                <a:cs typeface="Arial"/>
              </a:rPr>
              <a:t> (</a:t>
            </a:r>
            <a:r>
              <a:rPr sz="1500" b="1">
                <a:solidFill>
                  <a:schemeClr val="tx1"/>
                </a:solidFill>
                <a:latin typeface="Arial"/>
                <a:ea typeface="Arial"/>
                <a:cs typeface="Arial"/>
              </a:rPr>
              <a:t>ARKAYÜZ</a:t>
            </a:r>
            <a:r>
              <a:rPr sz="1500" b="1">
                <a:solidFill>
                  <a:schemeClr val="bg1"/>
                </a:solidFill>
                <a:latin typeface="Arial"/>
                <a:ea typeface="Arial"/>
                <a:cs typeface="Arial"/>
              </a:rPr>
              <a:t>)</a:t>
            </a:r>
            <a:endParaRPr sz="1500" b="1">
              <a:solidFill>
                <a:schemeClr val="bg1"/>
              </a:solidFill>
              <a:latin typeface="Arial"/>
              <a:ea typeface="Arial"/>
              <a:cs typeface="Arial"/>
            </a:endParaRPr>
          </a:p>
          <a:p xmlns:a="http://schemas.openxmlformats.org/drawingml/2006/main">
            <a:pPr algn="ctr">
              <a:buNone/>
              <a:defRPr sz="1500" b="1">
                <a:solidFill>
                  <a:srgbClr val="FFFFFF"/>
                </a:solidFill>
                <a:latin typeface="Arial"/>
                <a:ea typeface="Arial"/>
                <a:cs typeface="Arial"/>
              </a:defRPr>
            </a:pPr>
            <a:r>
              <a:rPr sz="1500" b="1">
                <a:solidFill>
                  <a:schemeClr val="tx1"/>
                </a:solidFill>
                <a:latin typeface="Arial"/>
                <a:ea typeface="Arial"/>
                <a:cs typeface="Arial"/>
              </a:rPr>
              <a:t>Java</a:t>
            </a:r>
            <a:r>
              <a:rPr sz="1500" b="1">
                <a:solidFill>
                  <a:schemeClr val="bg1"/>
                </a:solidFill>
                <a:latin typeface="Arial"/>
                <a:ea typeface="Arial"/>
                <a:cs typeface="Arial"/>
              </a:rPr>
              <a:t> </a:t>
            </a:r>
            <a:r>
              <a:rPr sz="1500" b="1">
                <a:solidFill>
                  <a:schemeClr val="tx1"/>
                </a:solidFill>
                <a:latin typeface="Arial"/>
                <a:ea typeface="Arial"/>
                <a:cs typeface="Arial"/>
              </a:rPr>
              <a:t>+</a:t>
            </a:r>
            <a:r>
              <a:rPr sz="1500" b="1">
                <a:solidFill>
                  <a:schemeClr val="bg1"/>
                </a:solidFill>
                <a:latin typeface="Arial"/>
                <a:ea typeface="Arial"/>
                <a:cs typeface="Arial"/>
              </a:rPr>
              <a:t> </a:t>
            </a:r>
            <a:r>
              <a:rPr sz="1500" b="1">
                <a:solidFill>
                  <a:schemeClr val="tx1"/>
                </a:solidFill>
                <a:latin typeface="Arial"/>
                <a:ea typeface="Arial"/>
                <a:cs typeface="Arial"/>
              </a:rPr>
              <a:t>Spring</a:t>
            </a:r>
            <a:r>
              <a:rPr sz="1500" b="1">
                <a:solidFill>
                  <a:schemeClr val="bg1"/>
                </a:solidFill>
                <a:latin typeface="Arial"/>
                <a:ea typeface="Arial"/>
                <a:cs typeface="Arial"/>
              </a:rPr>
              <a:t> </a:t>
            </a:r>
            <a:r>
              <a:rPr sz="1500" b="1">
                <a:solidFill>
                  <a:schemeClr val="tx1"/>
                </a:solidFill>
                <a:latin typeface="Arial"/>
                <a:ea typeface="Arial"/>
                <a:cs typeface="Arial"/>
              </a:rPr>
              <a:t>Boot</a:t>
            </a:r>
          </a:p>
        </p:txBody>
      </p:sp>
      <p:sp>
        <p:nvSpPr>
          <p:cNvPr id="9" name="Dikdörtgen: Köşeleri Yuvarlatılmış 8">
            <a:extLst xmlns:a="http://schemas.openxmlformats.org/drawingml/2006/main">
              <a:ext uri="{FF2B5EF4-FFF2-40B4-BE49-F238E27FC236}">
                <a16:creationId xmlns:a16="http://schemas.microsoft.com/office/drawing/2014/main" id="{6268EE7A-928C-E95D-16DA-4C0E13C06E87}"/>
              </a:ext>
            </a:extLst>
          </p:cNvPr>
          <p:cNvSpPr>
            <a:spLocks xmlns:a="http://schemas.openxmlformats.org/drawingml/2006/main" noGrp="1"/>
          </p:cNvSpPr>
          <p:nvPr/>
        </p:nvSpPr>
        <p:spPr>
          <a:xfrm xmlns:a="http://schemas.openxmlformats.org/drawingml/2006/main">
            <a:off x="4542502" y="3591759"/>
            <a:ext cx="3254477" cy="1256378"/>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11430">
            <a:solidFill>
              <a:srgbClr val="E1251B"/>
            </a:solid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02124"/>
                </a:solidFill>
                <a:latin typeface="Arial"/>
                <a:ea typeface="Arial"/>
                <a:cs typeface="Arial"/>
              </a:defRPr>
            </a:pPr>
            <a:r>
              <a:rPr sz="1500" b="1">
                <a:solidFill>
                  <a:srgbClr val="202124"/>
                </a:solidFill>
                <a:latin typeface="Arial"/>
                <a:ea typeface="Arial"/>
                <a:cs typeface="Arial"/>
              </a:rPr>
              <a:t>VERİTABANI</a:t>
            </a:r>
          </a:p>
          <a:p xmlns:a="http://schemas.openxmlformats.org/drawingml/2006/main">
            <a:pPr algn="ctr">
              <a:buNone/>
              <a:defRPr sz="1500" b="1">
                <a:solidFill>
                  <a:srgbClr val="202124"/>
                </a:solidFill>
                <a:latin typeface="Arial"/>
                <a:ea typeface="Arial"/>
                <a:cs typeface="Arial"/>
              </a:defRPr>
            </a:pPr>
            <a:r>
              <a:rPr sz="1500" b="1">
                <a:solidFill>
                  <a:srgbClr val="202124"/>
                </a:solidFill>
                <a:latin typeface="Arial"/>
                <a:ea typeface="Arial"/>
                <a:cs typeface="Arial"/>
              </a:rPr>
              <a:t>PostgreSQL</a:t>
            </a:r>
          </a:p>
        </p:txBody>
      </p:sp>
    </p:spTree>
    <p:extLst>
      <p:ext uri="{BB962C8B-B14F-4D97-AF65-F5344CB8AC3E}">
        <p14:creationId xmlns:p14="http://schemas.microsoft.com/office/powerpoint/2010/main" val="17974164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8DE5E72C-347B-1DBC-0AE4-FCDEDD85A61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Sisteme Giriş</a:t>
            </a:r>
            <a:endParaRPr/>
          </a:p>
        </p:txBody>
      </p:sp>
      <p:pic>
        <p:nvPicPr>
          <p:cNvPr id="6" name="20260831-0632-34.5894721"/>
          <p:cNvPicPr>
            <a:picLocks xmlns:a="http://schemas.openxmlformats.org/drawingml/2006/main" noChangeAspect="1"/>
          </p:cNvPicPr>
          <p:nvPr/>
        </p:nvPicPr>
        <p:blipFill>
          <a:blip xmlns:r="http://schemas.openxmlformats.org/officeDocument/2006/relationships" xmlns:a="http://schemas.openxmlformats.org/drawingml/2006/main" r:embed="Re0b92cfcd277478d"/>
          <a:stretch xmlns:a="http://schemas.openxmlformats.org/drawingml/2006/main">
            <a:fillRect l="0" t="0" r="0" b="0"/>
          </a:stretch>
        </p:blipFill>
        <p:spPr>
          <a:xfrm xmlns:a="http://schemas.openxmlformats.org/drawingml/2006/main">
            <a:off x="809625" y="1047750"/>
            <a:ext cx="10572750" cy="4772025"/>
          </a:xfrm>
          <a:prstGeom xmlns:a="http://schemas.openxmlformats.org/drawingml/2006/main" prst="rect">
            <a:avLst/>
          </a:prstGeom>
        </p:spPr>
      </p:pic>
    </p:spTree>
    <p:extLst>
      <p:ext uri="{BB962C8B-B14F-4D97-AF65-F5344CB8AC3E}">
        <p14:creationId xmlns:p14="http://schemas.microsoft.com/office/powerpoint/2010/main" val="173428652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249951AD-4412-593D-9186-ED0B431242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Global Yönetici: Genel Bakış</a:t>
            </a:r>
          </a:p>
        </p:txBody>
      </p:sp>
      <p:pic>
        <p:nvPicPr>
          <p:cNvPr id="7" name="Resim 6"/>
          <p:cNvPicPr>
            <a:picLocks xmlns:a="http://schemas.openxmlformats.org/drawingml/2006/main" noChangeAspect="1"/>
          </p:cNvPicPr>
          <p:nvPr/>
        </p:nvPicPr>
        <p:blipFill>
          <a:blip xmlns:r="http://schemas.openxmlformats.org/officeDocument/2006/relationships" xmlns:a="http://schemas.openxmlformats.org/drawingml/2006/main" r:embed="R72832e9febca4d41"/>
          <a:stretch xmlns:a="http://schemas.openxmlformats.org/drawingml/2006/main">
            <a:fillRect l="0" t="0" r="0" b="0"/>
          </a:stretch>
        </p:blipFill>
        <p:spPr>
          <a:xfrm xmlns:a="http://schemas.openxmlformats.org/drawingml/2006/main">
            <a:off x="2115462" y="1066800"/>
            <a:ext cx="7961077" cy="4267200"/>
          </a:xfrm>
          <a:prstGeom xmlns:a="http://schemas.openxmlformats.org/drawingml/2006/main" prst="rect">
            <a:avLst/>
          </a:prstGeom>
        </p:spPr>
      </p:pic>
      <p:sp>
        <p:nvSpPr>
          <p:cNvPr id="5" name="Ekran açıklaması">
            <a:extLst xmlns:a="http://schemas.openxmlformats.org/drawingml/2006/main">
              <a:ext uri="{FF2B5EF4-FFF2-40B4-BE49-F238E27FC236}">
                <a16:creationId xmlns:a16="http://schemas.microsoft.com/office/drawing/2014/main" id="{609C9C2A-5736-419F-A19F-23239399F936}"/>
              </a:ext>
            </a:extLst>
          </p:cNvPr>
          <p:cNvSpPr>
            <a:spLocks xmlns:a="http://schemas.openxmlformats.org/drawingml/2006/main" noGrp="1"/>
          </p:cNvSpPr>
          <p:nvPr/>
        </p:nvSpPr>
        <p:spPr>
          <a:xfrm xmlns:a="http://schemas.openxmlformats.org/drawingml/2006/main">
            <a:off x="809625"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a:solidFill>
                  <a:srgbClr val="333333"/>
                </a:solidFill>
                <a:latin typeface="Arial"/>
                <a:ea typeface="Arial"/>
                <a:cs typeface="Arial"/>
              </a:defRPr>
            </a:pPr>
            <a:r>
              <a:rPr sz="1650">
                <a:solidFill>
                  <a:srgbClr val="333333"/>
                </a:solidFill>
                <a:latin typeface="Arial"/>
                <a:ea typeface="Arial"/>
                <a:cs typeface="Arial"/>
              </a:rPr>
              <a:t>Global yönetici, tüm birimlerin puanlarını ve açık uygunsuzluklarını tek ekrandan izler.</a:t>
            </a:r>
          </a:p>
        </p:txBody>
      </p:sp>
    </p:spTree>
    <p:extLst>
      <p:ext uri="{BB962C8B-B14F-4D97-AF65-F5344CB8AC3E}">
        <p14:creationId xmlns:p14="http://schemas.microsoft.com/office/powerpoint/2010/main" val="76688188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84DBFE78-0D8A-8BDA-0B9F-46FFDED5D6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Müdürlük Yöneticisi: Birim Takibi</a:t>
            </a:r>
          </a:p>
        </p:txBody>
      </p:sp>
      <p:pic>
        <p:nvPicPr>
          <p:cNvPr id="7" name="Resim 4"/>
          <p:cNvPicPr>
            <a:picLocks xmlns:a="http://schemas.openxmlformats.org/drawingml/2006/main" noChangeAspect="1"/>
          </p:cNvPicPr>
          <p:nvPr/>
        </p:nvPicPr>
        <p:blipFill>
          <a:blip xmlns:r="http://schemas.openxmlformats.org/officeDocument/2006/relationships" xmlns:a="http://schemas.openxmlformats.org/drawingml/2006/main" r:embed="R8dd75dfec14d4f27"/>
          <a:stretch xmlns:a="http://schemas.openxmlformats.org/drawingml/2006/main">
            <a:fillRect l="0" t="0" r="0" b="0"/>
          </a:stretch>
        </p:blipFill>
        <p:spPr>
          <a:xfrm xmlns:a="http://schemas.openxmlformats.org/drawingml/2006/main">
            <a:off x="857250" y="1204423"/>
            <a:ext cx="10477500" cy="3991955"/>
          </a:xfrm>
          <a:prstGeom xmlns:a="http://schemas.openxmlformats.org/drawingml/2006/main" prst="rect">
            <a:avLst/>
          </a:prstGeom>
        </p:spPr>
      </p:pic>
      <p:sp>
        <p:nvSpPr>
          <p:cNvPr id="5" name="Ekran açıklaması">
            <a:extLst xmlns:a="http://schemas.openxmlformats.org/drawingml/2006/main">
              <a:ext uri="{FF2B5EF4-FFF2-40B4-BE49-F238E27FC236}">
                <a16:creationId xmlns:a16="http://schemas.microsoft.com/office/drawing/2014/main" id="{12976A90-7F51-45E9-A258-C74A6E4676B5}"/>
              </a:ext>
            </a:extLst>
          </p:cNvPr>
          <p:cNvSpPr>
            <a:spLocks xmlns:a="http://schemas.openxmlformats.org/drawingml/2006/main" noGrp="1"/>
          </p:cNvSpPr>
          <p:nvPr/>
        </p:nvSpPr>
        <p:spPr>
          <a:xfrm xmlns:a="http://schemas.openxmlformats.org/drawingml/2006/main">
            <a:off x="809625"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a:solidFill>
                  <a:srgbClr val="333333"/>
                </a:solidFill>
                <a:latin typeface="Arial"/>
                <a:ea typeface="Arial"/>
                <a:cs typeface="Arial"/>
              </a:defRPr>
            </a:pPr>
            <a:r>
              <a:rPr sz="1650">
                <a:solidFill>
                  <a:srgbClr val="333333"/>
                </a:solidFill>
                <a:latin typeface="Arial"/>
                <a:ea typeface="Arial"/>
                <a:cs typeface="Arial"/>
              </a:rPr>
              <a:t>Müdürlük yöneticisi, yalnızca kendi biriminin tetkik puanlarını ve mevcut durumunu takip eder.</a:t>
            </a:r>
          </a:p>
        </p:txBody>
      </p:sp>
    </p:spTree>
    <p:extLst>
      <p:ext uri="{BB962C8B-B14F-4D97-AF65-F5344CB8AC3E}">
        <p14:creationId xmlns:p14="http://schemas.microsoft.com/office/powerpoint/2010/main" val="391779243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84DBFE78-0D8A-8BDA-0B9F-46FFDED5D6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Döneme Özel Kriter Belirleme</a:t>
            </a:r>
          </a:p>
        </p:txBody>
      </p:sp>
      <p:pic>
        <p:nvPicPr>
          <p:cNvPr id="8" name="Resim 6"/>
          <p:cNvPicPr>
            <a:picLocks xmlns:a="http://schemas.openxmlformats.org/drawingml/2006/main" noChangeAspect="1"/>
          </p:cNvPicPr>
          <p:nvPr/>
        </p:nvPicPr>
        <p:blipFill>
          <a:blip xmlns:r="http://schemas.openxmlformats.org/officeDocument/2006/relationships" xmlns:a="http://schemas.openxmlformats.org/drawingml/2006/main" r:embed="R0e6b83b686bd4796"/>
          <a:stretch xmlns:a="http://schemas.openxmlformats.org/drawingml/2006/main">
            <a:fillRect l="0" t="0" r="0" b="0"/>
          </a:stretch>
        </p:blipFill>
        <p:spPr>
          <a:xfrm xmlns:a="http://schemas.openxmlformats.org/drawingml/2006/main">
            <a:off x="2381585" y="1066800"/>
            <a:ext cx="7428830" cy="4267200"/>
          </a:xfrm>
          <a:prstGeom xmlns:a="http://schemas.openxmlformats.org/drawingml/2006/main" prst="rect">
            <a:avLst/>
          </a:prstGeom>
        </p:spPr>
      </p:pic>
      <p:sp>
        <p:nvSpPr>
          <p:cNvPr id="6" name="Ekran açıklaması">
            <a:extLst xmlns:a="http://schemas.openxmlformats.org/drawingml/2006/main">
              <a:ext uri="{FF2B5EF4-FFF2-40B4-BE49-F238E27FC236}">
                <a16:creationId xmlns:a16="http://schemas.microsoft.com/office/drawing/2014/main" id="{8DBF1FBA-7C2C-4FA8-A69A-E8AA59D0D661}"/>
              </a:ext>
            </a:extLst>
          </p:cNvPr>
          <p:cNvSpPr>
            <a:spLocks xmlns:a="http://schemas.openxmlformats.org/drawingml/2006/main" noGrp="1"/>
          </p:cNvSpPr>
          <p:nvPr/>
        </p:nvSpPr>
        <p:spPr>
          <a:xfrm xmlns:a="http://schemas.openxmlformats.org/drawingml/2006/main">
            <a:off x="809625"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a:solidFill>
                  <a:srgbClr val="333333"/>
                </a:solidFill>
                <a:latin typeface="Arial"/>
                <a:ea typeface="Arial"/>
                <a:cs typeface="Arial"/>
              </a:defRPr>
            </a:pPr>
            <a:r>
              <a:rPr sz="1650">
                <a:solidFill>
                  <a:srgbClr val="333333"/>
                </a:solidFill>
                <a:latin typeface="Arial"/>
                <a:ea typeface="Arial"/>
                <a:cs typeface="Arial"/>
              </a:rPr>
              <a:t>Yönetici, ilgili ay ve alan için kriterleri tanımlar; onaylanan kriterler tetkikçiye açılır.</a:t>
            </a:r>
          </a:p>
        </p:txBody>
      </p:sp>
    </p:spTree>
    <p:extLst>
      <p:ext uri="{BB962C8B-B14F-4D97-AF65-F5344CB8AC3E}">
        <p14:creationId xmlns:p14="http://schemas.microsoft.com/office/powerpoint/2010/main" val="391779243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84DBFE78-0D8A-8BDA-0B9F-46FFDED5D6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Tetkik Planlama ve Atama</a:t>
            </a:r>
          </a:p>
        </p:txBody>
      </p:sp>
      <p:pic>
        <p:nvPicPr>
          <p:cNvPr id="9" name="Resim 8"/>
          <p:cNvPicPr>
            <a:picLocks xmlns:a="http://schemas.openxmlformats.org/drawingml/2006/main" noChangeAspect="1"/>
          </p:cNvPicPr>
          <p:nvPr/>
        </p:nvPicPr>
        <p:blipFill>
          <a:blip xmlns:r="http://schemas.openxmlformats.org/officeDocument/2006/relationships" xmlns:a="http://schemas.openxmlformats.org/drawingml/2006/main" r:embed="R9691c2ac4364412f"/>
          <a:stretch xmlns:a="http://schemas.openxmlformats.org/drawingml/2006/main">
            <a:fillRect l="0" t="0" r="0" b="0"/>
          </a:stretch>
        </p:blipFill>
        <p:spPr>
          <a:xfrm xmlns:a="http://schemas.openxmlformats.org/drawingml/2006/main">
            <a:off x="2416703" y="1066800"/>
            <a:ext cx="7358593" cy="4267200"/>
          </a:xfrm>
          <a:prstGeom xmlns:a="http://schemas.openxmlformats.org/drawingml/2006/main" prst="rect">
            <a:avLst/>
          </a:prstGeom>
        </p:spPr>
      </p:pic>
      <p:sp>
        <p:nvSpPr>
          <p:cNvPr id="7" name="Ekran açıklaması">
            <a:extLst xmlns:a="http://schemas.openxmlformats.org/drawingml/2006/main">
              <a:ext uri="{FF2B5EF4-FFF2-40B4-BE49-F238E27FC236}">
                <a16:creationId xmlns:a16="http://schemas.microsoft.com/office/drawing/2014/main" id="{DA4FC6F7-DC3B-467F-A7F0-9130D7B77E1F}"/>
              </a:ext>
            </a:extLst>
          </p:cNvPr>
          <p:cNvSpPr>
            <a:spLocks xmlns:a="http://schemas.openxmlformats.org/drawingml/2006/main" noGrp="1"/>
          </p:cNvSpPr>
          <p:nvPr/>
        </p:nvSpPr>
        <p:spPr>
          <a:xfrm xmlns:a="http://schemas.openxmlformats.org/drawingml/2006/main">
            <a:off x="809625"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a:solidFill>
                  <a:srgbClr val="333333"/>
                </a:solidFill>
                <a:latin typeface="Arial"/>
                <a:ea typeface="Arial"/>
                <a:cs typeface="Arial"/>
              </a:defRPr>
            </a:pPr>
            <a:r>
              <a:rPr sz="1650">
                <a:solidFill>
                  <a:srgbClr val="333333"/>
                </a:solidFill>
                <a:latin typeface="Arial"/>
                <a:ea typeface="Arial"/>
                <a:cs typeface="Arial"/>
              </a:rPr>
              <a:t>Yönetici, tetkik tarihini ve tetkikçiyi belirler. Kaydedilen plan, atanan kullanıcının ekranına düşer.</a:t>
            </a:r>
          </a:p>
        </p:txBody>
      </p:sp>
    </p:spTree>
    <p:extLst>
      <p:ext uri="{BB962C8B-B14F-4D97-AF65-F5344CB8AC3E}">
        <p14:creationId xmlns:p14="http://schemas.microsoft.com/office/powerpoint/2010/main" val="391779243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E854B021-164E-4635-A898-A88E943E57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Tetkikçi: Atanan Planlar</a:t>
            </a:r>
          </a:p>
        </p:txBody>
      </p:sp>
      <p:pic>
        <p:nvPicPr>
          <p:cNvPr id="7" name="Resim 6"/>
          <p:cNvPicPr>
            <a:picLocks xmlns:a="http://schemas.openxmlformats.org/drawingml/2006/main" noChangeAspect="1"/>
          </p:cNvPicPr>
          <p:nvPr/>
        </p:nvPicPr>
        <p:blipFill>
          <a:blip xmlns:r="http://schemas.openxmlformats.org/officeDocument/2006/relationships" xmlns:a="http://schemas.openxmlformats.org/drawingml/2006/main" r:embed="R8f70ae0ed8154e6c"/>
          <a:stretch xmlns:a="http://schemas.openxmlformats.org/drawingml/2006/main">
            <a:fillRect l="0" t="0" r="0" b="0"/>
          </a:stretch>
        </p:blipFill>
        <p:spPr>
          <a:xfrm xmlns:a="http://schemas.openxmlformats.org/drawingml/2006/main">
            <a:off x="2599550" y="1066800"/>
            <a:ext cx="6992899" cy="4267200"/>
          </a:xfrm>
          <a:prstGeom xmlns:a="http://schemas.openxmlformats.org/drawingml/2006/main" prst="rect">
            <a:avLst/>
          </a:prstGeom>
        </p:spPr>
      </p:pic>
      <p:sp>
        <p:nvSpPr>
          <p:cNvPr id="5" name="Ekran açıklaması">
            <a:extLst xmlns:a="http://schemas.openxmlformats.org/drawingml/2006/main">
              <a:ext uri="{FF2B5EF4-FFF2-40B4-BE49-F238E27FC236}">
                <a16:creationId xmlns:a16="http://schemas.microsoft.com/office/drawing/2014/main" id="{50F88D1F-F68F-4C7E-B1ED-212A21953F8A}"/>
              </a:ext>
            </a:extLst>
          </p:cNvPr>
          <p:cNvSpPr>
            <a:spLocks xmlns:a="http://schemas.openxmlformats.org/drawingml/2006/main" noGrp="1"/>
          </p:cNvSpPr>
          <p:nvPr/>
        </p:nvSpPr>
        <p:spPr>
          <a:xfrm xmlns:a="http://schemas.openxmlformats.org/drawingml/2006/main">
            <a:off x="809625"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a:solidFill>
                  <a:srgbClr val="333333"/>
                </a:solidFill>
                <a:latin typeface="Arial"/>
                <a:ea typeface="Arial"/>
                <a:cs typeface="Arial"/>
              </a:defRPr>
            </a:pPr>
            <a:r>
              <a:rPr sz="1650">
                <a:solidFill>
                  <a:srgbClr val="333333"/>
                </a:solidFill>
                <a:latin typeface="Arial"/>
                <a:ea typeface="Arial"/>
                <a:cs typeface="Arial"/>
              </a:rPr>
              <a:t>Tetkikçi, kendisine atanan planı açar ve kendi birimindeki alan sorumlusunu seçer.</a:t>
            </a:r>
          </a:p>
        </p:txBody>
      </p:sp>
    </p:spTree>
    <p:extLst>
      <p:ext uri="{BB962C8B-B14F-4D97-AF65-F5344CB8AC3E}">
        <p14:creationId xmlns:p14="http://schemas.microsoft.com/office/powerpoint/2010/main" val="17397550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E854B021-164E-4635-A898-A88E943E57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Kriterlerin Değerlendirilmesi</a:t>
            </a:r>
          </a:p>
        </p:txBody>
      </p:sp>
      <p:pic>
        <p:nvPicPr>
          <p:cNvPr id="9" name="Resim 10"/>
          <p:cNvPicPr>
            <a:picLocks xmlns:a="http://schemas.openxmlformats.org/drawingml/2006/main" noChangeAspect="1"/>
          </p:cNvPicPr>
          <p:nvPr/>
        </p:nvPicPr>
        <p:blipFill>
          <a:blip xmlns:r="http://schemas.openxmlformats.org/officeDocument/2006/relationships" xmlns:a="http://schemas.openxmlformats.org/drawingml/2006/main" r:embed="Rc34cfd2490014a14"/>
          <a:stretch xmlns:a="http://schemas.openxmlformats.org/drawingml/2006/main">
            <a:fillRect l="0" t="0" r="0" b="0"/>
          </a:stretch>
        </p:blipFill>
        <p:spPr>
          <a:xfrm xmlns:a="http://schemas.openxmlformats.org/drawingml/2006/main">
            <a:off x="2853338" y="1066800"/>
            <a:ext cx="6485324" cy="4267200"/>
          </a:xfrm>
          <a:prstGeom xmlns:a="http://schemas.openxmlformats.org/drawingml/2006/main" prst="rect">
            <a:avLst/>
          </a:prstGeom>
        </p:spPr>
      </p:pic>
      <p:sp>
        <p:nvSpPr>
          <p:cNvPr id="7" name="Ekran açıklaması">
            <a:extLst xmlns:a="http://schemas.openxmlformats.org/drawingml/2006/main">
              <a:ext uri="{FF2B5EF4-FFF2-40B4-BE49-F238E27FC236}">
                <a16:creationId xmlns:a16="http://schemas.microsoft.com/office/drawing/2014/main" id="{FFFEE289-3388-4DBE-9A53-23C81A04BD9A}"/>
              </a:ext>
            </a:extLst>
          </p:cNvPr>
          <p:cNvSpPr>
            <a:spLocks xmlns:a="http://schemas.openxmlformats.org/drawingml/2006/main" noGrp="1"/>
          </p:cNvSpPr>
          <p:nvPr/>
        </p:nvSpPr>
        <p:spPr>
          <a:xfrm xmlns:a="http://schemas.openxmlformats.org/drawingml/2006/main">
            <a:off x="809625"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a:solidFill>
                  <a:srgbClr val="333333"/>
                </a:solidFill>
                <a:latin typeface="Arial"/>
                <a:ea typeface="Arial"/>
                <a:cs typeface="Arial"/>
              </a:defRPr>
            </a:pPr>
            <a:r>
              <a:rPr sz="1650">
                <a:solidFill>
                  <a:srgbClr val="333333"/>
                </a:solidFill>
                <a:latin typeface="Arial"/>
                <a:ea typeface="Arial"/>
                <a:cs typeface="Arial"/>
              </a:rPr>
              <a:t>Kriterler “Uygun” veya “Uygun Değil” olarak değerlendirilir; tetkik puanı ekranda takip edilir.</a:t>
            </a:r>
          </a:p>
        </p:txBody>
      </p:sp>
    </p:spTree>
    <p:extLst>
      <p:ext uri="{BB962C8B-B14F-4D97-AF65-F5344CB8AC3E}">
        <p14:creationId xmlns:p14="http://schemas.microsoft.com/office/powerpoint/2010/main" val="17397550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E854B021-164E-4635-A898-A88E943E57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Uygunsuzluğun Belgelenmesi</a:t>
            </a:r>
          </a:p>
        </p:txBody>
      </p:sp>
      <p:pic>
        <p:nvPicPr>
          <p:cNvPr id="8" name="Resim 8"/>
          <p:cNvPicPr>
            <a:picLocks xmlns:a="http://schemas.openxmlformats.org/drawingml/2006/main" noChangeAspect="1"/>
          </p:cNvPicPr>
          <p:nvPr/>
        </p:nvPicPr>
        <p:blipFill>
          <a:blip xmlns:r="http://schemas.openxmlformats.org/officeDocument/2006/relationships" xmlns:a="http://schemas.openxmlformats.org/drawingml/2006/main" r:embed="Rcc74120f4c474e0b"/>
          <a:stretch xmlns:a="http://schemas.openxmlformats.org/drawingml/2006/main">
            <a:fillRect l="0" t="0" r="0" b="0"/>
          </a:stretch>
        </p:blipFill>
        <p:spPr>
          <a:xfrm xmlns:a="http://schemas.openxmlformats.org/drawingml/2006/main">
            <a:off x="2246607" y="1066800"/>
            <a:ext cx="7698786" cy="4267200"/>
          </a:xfrm>
          <a:prstGeom xmlns:a="http://schemas.openxmlformats.org/drawingml/2006/main" prst="rect">
            <a:avLst/>
          </a:prstGeom>
        </p:spPr>
      </p:pic>
      <p:sp>
        <p:nvSpPr>
          <p:cNvPr id="6" name="Ekran açıklaması">
            <a:extLst xmlns:a="http://schemas.openxmlformats.org/drawingml/2006/main">
              <a:ext uri="{FF2B5EF4-FFF2-40B4-BE49-F238E27FC236}">
                <a16:creationId xmlns:a16="http://schemas.microsoft.com/office/drawing/2014/main" id="{003F47CA-C012-4CC1-80A9-CE74352491A8}"/>
              </a:ext>
            </a:extLst>
          </p:cNvPr>
          <p:cNvSpPr>
            <a:spLocks xmlns:a="http://schemas.openxmlformats.org/drawingml/2006/main" noGrp="1"/>
          </p:cNvSpPr>
          <p:nvPr/>
        </p:nvSpPr>
        <p:spPr>
          <a:xfrm xmlns:a="http://schemas.openxmlformats.org/drawingml/2006/main">
            <a:off x="809625"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a:solidFill>
                  <a:srgbClr val="333333"/>
                </a:solidFill>
                <a:latin typeface="Arial"/>
                <a:ea typeface="Arial"/>
                <a:cs typeface="Arial"/>
              </a:defRPr>
            </a:pPr>
            <a:r>
              <a:rPr sz="1650">
                <a:solidFill>
                  <a:srgbClr val="333333"/>
                </a:solidFill>
                <a:latin typeface="Arial"/>
                <a:ea typeface="Arial"/>
                <a:cs typeface="Arial"/>
              </a:rPr>
              <a:t>Tetkikçi, uygunsuzluğu açıklama ve fotoğrafla kaydeder; düzeltme için alan sorumlusu atar.</a:t>
            </a:r>
          </a:p>
        </p:txBody>
      </p:sp>
    </p:spTree>
    <p:extLst>
      <p:ext uri="{BB962C8B-B14F-4D97-AF65-F5344CB8AC3E}">
        <p14:creationId xmlns:p14="http://schemas.microsoft.com/office/powerpoint/2010/main" val="17397550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A3A2F6B9-3329-2C1D-3C6E-0042CF38107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Alan Sorumlusu: Düzeltme Görevi</a:t>
            </a:r>
          </a:p>
        </p:txBody>
      </p:sp>
      <p:pic>
        <p:nvPicPr>
          <p:cNvPr id="7" name="Resim 4"/>
          <p:cNvPicPr>
            <a:picLocks xmlns:a="http://schemas.openxmlformats.org/drawingml/2006/main" noChangeAspect="1"/>
          </p:cNvPicPr>
          <p:nvPr/>
        </p:nvPicPr>
        <p:blipFill>
          <a:blip xmlns:r="http://schemas.openxmlformats.org/officeDocument/2006/relationships" xmlns:a="http://schemas.openxmlformats.org/drawingml/2006/main" r:embed="R710c5d26e97d4f5e"/>
          <a:stretch xmlns:a="http://schemas.openxmlformats.org/drawingml/2006/main">
            <a:fillRect l="0" t="0" r="0" b="0"/>
          </a:stretch>
        </p:blipFill>
        <p:spPr>
          <a:xfrm xmlns:a="http://schemas.openxmlformats.org/drawingml/2006/main">
            <a:off x="1791957" y="1066800"/>
            <a:ext cx="8608087" cy="4267200"/>
          </a:xfrm>
          <a:prstGeom xmlns:a="http://schemas.openxmlformats.org/drawingml/2006/main" prst="rect">
            <a:avLst/>
          </a:prstGeom>
        </p:spPr>
      </p:pic>
      <p:sp>
        <p:nvSpPr>
          <p:cNvPr id="5" name="Ekran açıklaması">
            <a:extLst xmlns:a="http://schemas.openxmlformats.org/drawingml/2006/main">
              <a:ext uri="{FF2B5EF4-FFF2-40B4-BE49-F238E27FC236}">
                <a16:creationId xmlns:a16="http://schemas.microsoft.com/office/drawing/2014/main" id="{62B1D40A-FA0C-4F2F-85E6-46DB0679B48F}"/>
              </a:ext>
            </a:extLst>
          </p:cNvPr>
          <p:cNvSpPr>
            <a:spLocks xmlns:a="http://schemas.openxmlformats.org/drawingml/2006/main" noGrp="1"/>
          </p:cNvSpPr>
          <p:nvPr/>
        </p:nvSpPr>
        <p:spPr>
          <a:xfrm xmlns:a="http://schemas.openxmlformats.org/drawingml/2006/main">
            <a:off x="809625"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a:solidFill>
                  <a:srgbClr val="333333"/>
                </a:solidFill>
                <a:latin typeface="Arial"/>
                <a:ea typeface="Arial"/>
                <a:cs typeface="Arial"/>
              </a:defRPr>
            </a:pPr>
            <a:r>
              <a:rPr sz="1650">
                <a:solidFill>
                  <a:srgbClr val="333333"/>
                </a:solidFill>
                <a:latin typeface="Arial"/>
                <a:ea typeface="Arial"/>
                <a:cs typeface="Arial"/>
              </a:rPr>
              <a:t>Alan sorumlusu, sorunu giderir; açıklama ve sonrasına ait fotoğrafı ekleyerek yönetici onayına gönderir.</a:t>
            </a:r>
          </a:p>
        </p:txBody>
      </p:sp>
    </p:spTree>
    <p:extLst>
      <p:ext uri="{BB962C8B-B14F-4D97-AF65-F5344CB8AC3E}">
        <p14:creationId xmlns:p14="http://schemas.microsoft.com/office/powerpoint/2010/main" val="284606312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84DBFE78-0D8A-8BDA-0B9F-46FFDED5D6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Yönetici: Düzeltme Onayı</a:t>
            </a:r>
          </a:p>
        </p:txBody>
      </p:sp>
      <p:pic>
        <p:nvPicPr>
          <p:cNvPr id="10" name="Resim 10"/>
          <p:cNvPicPr>
            <a:picLocks xmlns:a="http://schemas.openxmlformats.org/drawingml/2006/main" noChangeAspect="1"/>
          </p:cNvPicPr>
          <p:nvPr/>
        </p:nvPicPr>
        <p:blipFill>
          <a:blip xmlns:r="http://schemas.openxmlformats.org/officeDocument/2006/relationships" xmlns:a="http://schemas.openxmlformats.org/drawingml/2006/main" r:embed="R9e917f6924514e74"/>
          <a:stretch xmlns:a="http://schemas.openxmlformats.org/drawingml/2006/main">
            <a:fillRect l="0" t="0" r="0" b="0"/>
          </a:stretch>
        </p:blipFill>
        <p:spPr>
          <a:xfrm xmlns:a="http://schemas.openxmlformats.org/drawingml/2006/main">
            <a:off x="2769391" y="1066800"/>
            <a:ext cx="6653219" cy="4267200"/>
          </a:xfrm>
          <a:prstGeom xmlns:a="http://schemas.openxmlformats.org/drawingml/2006/main" prst="rect">
            <a:avLst/>
          </a:prstGeom>
        </p:spPr>
      </p:pic>
      <p:sp>
        <p:nvSpPr>
          <p:cNvPr id="8" name="Ekran açıklaması">
            <a:extLst xmlns:a="http://schemas.openxmlformats.org/drawingml/2006/main">
              <a:ext uri="{FF2B5EF4-FFF2-40B4-BE49-F238E27FC236}">
                <a16:creationId xmlns:a16="http://schemas.microsoft.com/office/drawing/2014/main" id="{7ABC5D43-429D-4E96-A3A0-0EBA53CFEF25}"/>
              </a:ext>
            </a:extLst>
          </p:cNvPr>
          <p:cNvSpPr>
            <a:spLocks xmlns:a="http://schemas.openxmlformats.org/drawingml/2006/main" noGrp="1"/>
          </p:cNvSpPr>
          <p:nvPr/>
        </p:nvSpPr>
        <p:spPr>
          <a:xfrm xmlns:a="http://schemas.openxmlformats.org/drawingml/2006/main">
            <a:off x="809625"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a:solidFill>
                  <a:srgbClr val="333333"/>
                </a:solidFill>
                <a:latin typeface="Arial"/>
                <a:ea typeface="Arial"/>
                <a:cs typeface="Arial"/>
              </a:defRPr>
            </a:pPr>
            <a:r>
              <a:rPr sz="1650">
                <a:solidFill>
                  <a:srgbClr val="333333"/>
                </a:solidFill>
                <a:latin typeface="Arial"/>
                <a:ea typeface="Arial"/>
                <a:cs typeface="Arial"/>
              </a:rPr>
              <a:t>Yönetici, açıklama ve görselleri inceler; düzeltmeyi onaylar veya gerekçesiyle geri gönderir.</a:t>
            </a:r>
          </a:p>
        </p:txBody>
      </p:sp>
    </p:spTree>
    <p:extLst>
      <p:ext uri="{BB962C8B-B14F-4D97-AF65-F5344CB8AC3E}">
        <p14:creationId xmlns:p14="http://schemas.microsoft.com/office/powerpoint/2010/main" val="391779243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Başlık 2">
            <a:extLst xmlns:a="http://schemas.openxmlformats.org/drawingml/2006/main">
              <a:ext uri="{FF2B5EF4-FFF2-40B4-BE49-F238E27FC236}">
                <a16:creationId xmlns:a16="http://schemas.microsoft.com/office/drawing/2014/main" id="{A3A2F6B9-3329-2C1D-3C6E-0042CF38107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Geçmiş Belgelemelerin Takibi</a:t>
            </a:r>
          </a:p>
        </p:txBody>
      </p:sp>
      <p:pic>
        <p:nvPicPr>
          <p:cNvPr id="8" name="Resim 6"/>
          <p:cNvPicPr>
            <a:picLocks xmlns:a="http://schemas.openxmlformats.org/drawingml/2006/main" noChangeAspect="1"/>
          </p:cNvPicPr>
          <p:nvPr/>
        </p:nvPicPr>
        <p:blipFill>
          <a:blip xmlns:r="http://schemas.openxmlformats.org/officeDocument/2006/relationships" xmlns:a="http://schemas.openxmlformats.org/drawingml/2006/main" r:embed="R6c6abc55e26e45a8"/>
          <a:stretch xmlns:a="http://schemas.openxmlformats.org/drawingml/2006/main">
            <a:fillRect l="0" t="0" r="0" b="0"/>
          </a:stretch>
        </p:blipFill>
        <p:spPr>
          <a:xfrm xmlns:a="http://schemas.openxmlformats.org/drawingml/2006/main">
            <a:off x="2402457" y="1066800"/>
            <a:ext cx="7387086" cy="4267200"/>
          </a:xfrm>
          <a:prstGeom xmlns:a="http://schemas.openxmlformats.org/drawingml/2006/main" prst="rect">
            <a:avLst/>
          </a:prstGeom>
        </p:spPr>
      </p:pic>
      <p:sp>
        <p:nvSpPr>
          <p:cNvPr id="6" name="Ekran açıklaması">
            <a:extLst xmlns:a="http://schemas.openxmlformats.org/drawingml/2006/main">
              <a:ext uri="{FF2B5EF4-FFF2-40B4-BE49-F238E27FC236}">
                <a16:creationId xmlns:a16="http://schemas.microsoft.com/office/drawing/2014/main" id="{479D702E-A5D2-4879-B49D-4D5307623B36}"/>
              </a:ext>
            </a:extLst>
          </p:cNvPr>
          <p:cNvSpPr>
            <a:spLocks xmlns:a="http://schemas.openxmlformats.org/drawingml/2006/main" noGrp="1"/>
          </p:cNvSpPr>
          <p:nvPr/>
        </p:nvSpPr>
        <p:spPr>
          <a:xfrm xmlns:a="http://schemas.openxmlformats.org/drawingml/2006/main">
            <a:off x="809625"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a:solidFill>
                  <a:srgbClr val="333333"/>
                </a:solidFill>
                <a:latin typeface="Arial"/>
                <a:ea typeface="Arial"/>
                <a:cs typeface="Arial"/>
              </a:defRPr>
            </a:pPr>
            <a:r>
              <a:rPr sz="1650">
                <a:solidFill>
                  <a:srgbClr val="333333"/>
                </a:solidFill>
                <a:latin typeface="Arial"/>
                <a:ea typeface="Arial"/>
                <a:cs typeface="Arial"/>
              </a:rPr>
              <a:t>Alan sorumlusu, daha önce yaptığı düzeltmeleri ve eklediği görselleri geçmiş kayıtlarından görüntüler.</a:t>
            </a:r>
          </a:p>
        </p:txBody>
      </p:sp>
    </p:spTree>
    <p:extLst>
      <p:ext uri="{BB962C8B-B14F-4D97-AF65-F5344CB8AC3E}">
        <p14:creationId xmlns:p14="http://schemas.microsoft.com/office/powerpoint/2010/main" val="284606312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Metin kutusu 1">
            <a:extLst xmlns:a="http://schemas.openxmlformats.org/drawingml/2006/main">
              <a:ext uri="{FF2B5EF4-FFF2-40B4-BE49-F238E27FC236}">
                <a16:creationId xmlns:a16="http://schemas.microsoft.com/office/drawing/2014/main" id="{EB955679-A27A-581C-09EA-B6905DB3F17E}"/>
              </a:ext>
            </a:extLst>
          </p:cNvPr>
          <p:cNvSpPr>
            <a:spLocks xmlns:a="http://schemas.openxmlformats.org/drawingml/2006/main" noGrp="1"/>
          </p:cNvSpPr>
          <p:nvPr/>
        </p:nvSpPr>
        <p:spPr>
          <a:xfrm xmlns:a="http://schemas.openxmlformats.org/drawingml/2006/main">
            <a:off x="4236036" y="5092860"/>
            <a:ext cx="3649395" cy="615551"/>
          </a:xfrm>
          <a:prstGeom xmlns:a="http://schemas.openxmlformats.org/drawingml/2006/main" prst="rect">
            <a:avLst/>
          </a:prstGeom>
          <a:noFill xmlns:a="http://schemas.openxmlformats.org/drawingml/2006/main"/>
          <a:ln xmlns:a="http://schemas.openxmlformats.org/drawingml/2006/main" w="127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none" lIns="45719" tIns="45719" rIns="45719" bIns="45719" anchor="t">
            <a:spAutoFit/>
          </a:bodyPr>
          <a:lstStyle xmlns:a="http://schemas.openxmlformats.org/drawingml/2006/main"/>
          <a:p xmlns:a="http://schemas.openxmlformats.org/drawingml/2006/main">
            <a:pPr marL="0" marR="0" indent="0" algn="l" defTabSz="914400">
              <a:lnSpc>
                <a:spcPct val="100000"/>
              </a:lnSpc>
              <a:spcBef>
                <a:spcPts val="0"/>
              </a:spcBef>
              <a:spcAft>
                <a:spcPts val="0"/>
              </a:spcAft>
              <a:buClrTx/>
              <a:buSzTx/>
              <a:buFontTx/>
              <a:buNone/>
            </a:pPr>
            <a:r>
              <a:rPr sz="3400" b="0" i="0" u="none" cap="none" spc="0">
                <a:ln>
                  <a:noFill/>
                </a:ln>
                <a:solidFill>
                  <a:srgbClr val="000000"/>
                </a:solidFill>
                <a:latin typeface="Arial"/>
                <a:ea typeface="Arial"/>
                <a:cs typeface="Arial"/>
              </a:rPr>
              <a:t>TEŞEKKÜRLER...</a:t>
            </a:r>
          </a:p>
        </p:txBody>
      </p:sp>
    </p:spTree>
    <p:extLst>
      <p:ext uri="{BB962C8B-B14F-4D97-AF65-F5344CB8AC3E}">
        <p14:creationId xmlns:p14="http://schemas.microsoft.com/office/powerpoint/2010/main" val="1456015756"/>
      </p:ext>
    </p:extLst>
  </p:cSld>
</p:sld>
</file>

<file path=ppt/theme/theme1.xml><?xml version="1.0" encoding="utf-8"?>
<a:theme xmlns:a="http://schemas.openxmlformats.org/drawingml/2006/main" name="Ofis Teması">
  <a:themeElements>
    <a:clrScheme name="Ofis Teması">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is Teması">
      <a:majorFont>
        <a:latin typeface="Calibri"/>
        <a:ea typeface="Calibri"/>
        <a:cs typeface="Calibri"/>
      </a:majorFont>
      <a:minorFont>
        <a:latin typeface="Helvetica"/>
        <a:ea typeface="Helvetica"/>
        <a:cs typeface="Helvetica"/>
      </a:minorFont>
    </a:fontScheme>
    <a:fmtScheme name="Ofis Teması">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is Teması">
  <a:themeElements>
    <a:clrScheme name="Ofis Teması">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is Teması">
      <a:majorFont>
        <a:latin typeface="Calibri"/>
        <a:ea typeface="Calibri"/>
        <a:cs typeface="Calibri"/>
      </a:majorFont>
      <a:minorFont>
        <a:latin typeface="Helvetica"/>
        <a:ea typeface="Helvetica"/>
        <a:cs typeface="Helvetica"/>
      </a:minorFont>
    </a:fontScheme>
    <a:fmtScheme name="Ofis Teması">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2026-08-31T07:04:53.9940000Z</dcterms:created>
  <dcterms:modified xsi:type="dcterms:W3CDTF">2026-08-31T07:04:53.9940000Z</dcterms:modified>
</coreProperties>
</file>