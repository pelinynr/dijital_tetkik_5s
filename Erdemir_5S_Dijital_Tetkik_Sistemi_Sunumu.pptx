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0aec9a6424f57" /><Relationship Type="http://schemas.openxmlformats.org/officeDocument/2006/relationships/extended-properties" Target="/docProps/app.xml" Id="Rdb9614d465f045e2" /><Relationship Type="http://schemas.openxmlformats.org/officeDocument/2006/relationships/officeDocument" Target="/ppt/presentation.xml" Id="R2f43d135699b41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4411cf07c4e10"/>
  </p:sldMasterIdLst>
  <p:notesMasterIdLst>
    <p:notesMasterId xmlns:r="http://schemas.openxmlformats.org/officeDocument/2006/relationships" r:id="Re86f0eea1e754e05"/>
  </p:notesMasterIdLst>
  <p:sldIdLst>
    <p:sldId xmlns:r="http://schemas.openxmlformats.org/officeDocument/2006/relationships" id="256" r:id="Rc12fdab9853d4ed9"/>
    <p:sldId xmlns:r="http://schemas.openxmlformats.org/officeDocument/2006/relationships" id="257" r:id="R8675abb100fb4a4f"/>
    <p:sldId xmlns:r="http://schemas.openxmlformats.org/officeDocument/2006/relationships" id="258" r:id="Rd286977df3084d0c"/>
    <p:sldId xmlns:r="http://schemas.openxmlformats.org/officeDocument/2006/relationships" id="259" r:id="R1bf9366baba94ba1"/>
    <p:sldId xmlns:r="http://schemas.openxmlformats.org/officeDocument/2006/relationships" id="260" r:id="R10f86082328a4934"/>
    <p:sldId xmlns:r="http://schemas.openxmlformats.org/officeDocument/2006/relationships" id="261" r:id="R23391e88cc9041b3"/>
    <p:sldId xmlns:r="http://schemas.openxmlformats.org/officeDocument/2006/relationships" id="262" r:id="Ra423f82b2bd94d51"/>
    <p:sldId xmlns:r="http://schemas.openxmlformats.org/officeDocument/2006/relationships" id="263" r:id="Re5f9c6273d2748e5"/>
    <p:sldId xmlns:r="http://schemas.openxmlformats.org/officeDocument/2006/relationships" id="264" r:id="R110e02c07c044622"/>
    <p:sldId xmlns:r="http://schemas.openxmlformats.org/officeDocument/2006/relationships" id="265" r:id="R740c6103635544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c65948b6e45d2" /><Relationship Type="http://schemas.openxmlformats.org/officeDocument/2006/relationships/slideMaster" Target="/ppt/slideMasters/slideMaster1.xml" Id="R0c84411cf07c4e10" /><Relationship Type="http://schemas.openxmlformats.org/officeDocument/2006/relationships/notesMaster" Target="/ppt/notesMasters/notesMaster1.xml" Id="Re86f0eea1e754e05" /><Relationship Type="http://schemas.openxmlformats.org/officeDocument/2006/relationships/presProps" Target="/ppt/presProps.xml" Id="R6166d1ced59343d1" /><Relationship Type="http://schemas.openxmlformats.org/officeDocument/2006/relationships/viewProps" Target="/ppt/viewProps.xml" Id="R94230ef3738b4081" /><Relationship Type="http://schemas.openxmlformats.org/officeDocument/2006/relationships/tableStyles" Target="/ppt/tableStyles.xml" Id="Rde908216350445f6" /><Relationship Type="http://schemas.openxmlformats.org/officeDocument/2006/relationships/slide" Target="/ppt/slides/slide1.xml" Id="Rc12fdab9853d4ed9" /><Relationship Type="http://schemas.openxmlformats.org/officeDocument/2006/relationships/slide" Target="/ppt/slides/slide2.xml" Id="R8675abb100fb4a4f" /><Relationship Type="http://schemas.openxmlformats.org/officeDocument/2006/relationships/slide" Target="/ppt/slides/slide3.xml" Id="Rd286977df3084d0c" /><Relationship Type="http://schemas.openxmlformats.org/officeDocument/2006/relationships/slide" Target="/ppt/slides/slide4.xml" Id="R1bf9366baba94ba1" /><Relationship Type="http://schemas.openxmlformats.org/officeDocument/2006/relationships/slide" Target="/ppt/slides/slide5.xml" Id="R10f86082328a4934" /><Relationship Type="http://schemas.openxmlformats.org/officeDocument/2006/relationships/slide" Target="/ppt/slides/slide6.xml" Id="R23391e88cc9041b3" /><Relationship Type="http://schemas.openxmlformats.org/officeDocument/2006/relationships/slide" Target="/ppt/slides/slide7.xml" Id="Ra423f82b2bd94d51" /><Relationship Type="http://schemas.openxmlformats.org/officeDocument/2006/relationships/slide" Target="/ppt/slides/slide8.xml" Id="Re5f9c6273d2748e5" /><Relationship Type="http://schemas.openxmlformats.org/officeDocument/2006/relationships/slide" Target="/ppt/slides/slide9.xml" Id="R110e02c07c044622" /><Relationship Type="http://schemas.openxmlformats.org/officeDocument/2006/relationships/slide" Target="/ppt/slides/slide10.xml" Id="R740c6103635544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ef02ad1918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a3a240977474d" /><Relationship Type="http://schemas.openxmlformats.org/officeDocument/2006/relationships/notesMaster" Target="/ppt/notesMasters/notesMaster1.xml" Id="R2705f144365a44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cc23fb2ec34383" /><Relationship Type="http://schemas.openxmlformats.org/officeDocument/2006/relationships/notesMaster" Target="/ppt/notesMasters/notesMaster1.xml" Id="Re200b6afad8b40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9594e8159c40c1" /><Relationship Type="http://schemas.openxmlformats.org/officeDocument/2006/relationships/notesMaster" Target="/ppt/notesMasters/notesMaster1.xml" Id="R9d144f4e325749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de01d4f6b843d6" /><Relationship Type="http://schemas.openxmlformats.org/officeDocument/2006/relationships/notesMaster" Target="/ppt/notesMasters/notesMaster1.xml" Id="R5af608ea691a46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8f2dfa4254a2b" /><Relationship Type="http://schemas.openxmlformats.org/officeDocument/2006/relationships/notesMaster" Target="/ppt/notesMasters/notesMaster1.xml" Id="R62d38023d11543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ba0d81023d4d40" /><Relationship Type="http://schemas.openxmlformats.org/officeDocument/2006/relationships/notesMaster" Target="/ppt/notesMasters/notesMaster1.xml" Id="Ra1f03cc1bc38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620ad58c8c44b4" /><Relationship Type="http://schemas.openxmlformats.org/officeDocument/2006/relationships/notesMaster" Target="/ppt/notesMasters/notesMaster1.xml" Id="R03c34bdce93a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7b1a8606654bc5" /><Relationship Type="http://schemas.openxmlformats.org/officeDocument/2006/relationships/notesMaster" Target="/ppt/notesMasters/notesMaster1.xml" Id="R10d591a423e647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db94312abb4618" /><Relationship Type="http://schemas.openxmlformats.org/officeDocument/2006/relationships/notesMaster" Target="/ppt/notesMasters/notesMaster1.xml" Id="R83fc5e93bd804a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a7acb203c470b" /><Relationship Type="http://schemas.openxmlformats.org/officeDocument/2006/relationships/notesMaster" Target="/ppt/notesMasters/notesMaster1.xml" Id="Rbce065e51ac8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919def69a4a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1970118544868" /><Relationship Type="http://schemas.openxmlformats.org/officeDocument/2006/relationships/image" Target="/ppt/media/image.png" Id="R3a9a8d1ef36a4961" /><Relationship Type="http://schemas.openxmlformats.org/officeDocument/2006/relationships/image" Target="/ppt/media/image2.jpeg" Id="R8359cb33541049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da4cf12ec4fcc" /><Relationship Type="http://schemas.openxmlformats.org/officeDocument/2006/relationships/image" Target="/ppt/media/image.png" Id="Rd32210d50f4048e1" /><Relationship Type="http://schemas.openxmlformats.org/officeDocument/2006/relationships/image" Target="/ppt/media/image3.jpeg" Id="Rbb346fe401a74000" /></Relationships>
</file>

<file path=ppt/slideLayouts/slideLayout1.xml><?xml version="1.0" encoding="utf-8"?>
<p:sldLayout xmlns:p="http://schemas.openxmlformats.org/presentationml/2006/main">
  <p:cSld name="Başlık Slaydı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C219C5DD-E786-4C23-8C62-F5022047101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>
  <p:cSld name="Başlık ve İçe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üz Bağlayıcı 6">
            <a:extLst xmlns:a="http://schemas.openxmlformats.org/drawingml/2006/main">
              <a:ext uri="{FF2B5EF4-FFF2-40B4-BE49-F238E27FC236}">
                <a16:creationId xmlns:a16="http://schemas.microsoft.com/office/drawing/2014/main" id="{6756AF42-2235-4DF0-8930-CDB9760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19935" y="836712"/>
            <a:ext cx="1" cy="5400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000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784467D8-4BF8-4E4F-B3CB-3173D98EA30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pic>
        <p:nvPicPr>
          <p:cNvPr id="28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8d1ef36a4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351" y="5949279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9" name="Resim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9cb335410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473" y="2466012"/>
            <a:ext cx="3867758" cy="2142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>
  <p:cSld name="1_Başlık ve İçe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övde Düzeyi Bir…">
            <a:extLst xmlns:a="http://schemas.openxmlformats.org/drawingml/2006/main">
              <a:ext uri="{FF2B5EF4-FFF2-40B4-BE49-F238E27FC236}">
                <a16:creationId xmlns:a16="http://schemas.microsoft.com/office/drawing/2014/main" id="{53CF3CEE-CCC5-42BA-BC2D-E7C795718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1438" y="1486801"/>
            <a:ext cx="10129126" cy="4462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1pPr>
            <a:lvl2pPr marL="952500" indent="-495300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2pPr>
            <a:lvl3pPr marL="1184563" indent="-270163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3pPr>
            <a:lvl4pPr marL="1668779" indent="-297179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4pPr>
            <a:lvl5pPr marL="2178423" indent="-349623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r>
              <a:t>Gövde Düzeyi Bir</a:t>
            </a:r>
          </a:p>
          <a:p xmlns:a="http://schemas.openxmlformats.org/drawingml/2006/main">
            <a:pPr lvl="1">
              <a:buNone/>
            </a:pPr>
            <a:r>
              <a:t>Gövde Düzeyi İki</a:t>
            </a:r>
          </a:p>
          <a:p xmlns:a="http://schemas.openxmlformats.org/drawingml/2006/main">
            <a:pPr lvl="2">
              <a:buNone/>
            </a:pPr>
            <a:r>
              <a:t>Gövde Düzeyi Üç</a:t>
            </a:r>
          </a:p>
          <a:p xmlns:a="http://schemas.openxmlformats.org/drawingml/2006/main">
            <a:pPr lvl="3">
              <a:buNone/>
            </a:pPr>
            <a:r>
              <a:t>Gövde Düzeyi Dört</a:t>
            </a:r>
          </a:p>
          <a:p xmlns:a="http://schemas.openxmlformats.org/drawingml/2006/main">
            <a:pPr lvl="4">
              <a:buNone/>
            </a:pPr>
            <a:r>
              <a:t>Gövde Düzeyi Beş</a:t>
            </a:r>
          </a:p>
        </p:txBody>
      </p:sp>
      <p:sp>
        <p:nvSpPr>
          <p:cNvPr id="31" name="Başlık Metni">
            <a:extLst xmlns:a="http://schemas.openxmlformats.org/drawingml/2006/main">
              <a:ext uri="{FF2B5EF4-FFF2-40B4-BE49-F238E27FC236}">
                <a16:creationId xmlns:a16="http://schemas.microsoft.com/office/drawing/2014/main" id="{8236A7C7-AB66-4E55-B810-4BD9B9D59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28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Başlık Metni</a:t>
            </a:r>
          </a:p>
        </p:txBody>
      </p:sp>
      <p:sp>
        <p:nvSpPr>
          <p:cNvPr id="33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1609F8AF-D38A-4826-A937-5DD71FC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13" y="6454459"/>
            <a:ext cx="1" cy="40354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72FA1B-C9E2-4E99-9559-80A6D08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33" y="6477105"/>
            <a:ext cx="739762" cy="22698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>
            <a:spAutoFit/>
          </a:bodyPr>
          <a:lstStyle xmlns:a="http://schemas.openxmlformats.org/drawingml/2006/main">
            <a:lvl1pPr>
              <a:buNone/>
              <a:defRPr sz="1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12.10.2020</a:t>
            </a:r>
          </a:p>
        </p:txBody>
      </p:sp>
      <p:sp>
        <p:nvSpPr>
          <p:cNvPr id="35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B4A07E15-7309-4455-850A-E04C720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04875"/>
            <a:ext cx="10566401" cy="158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A6A6A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210d50f4048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5999" y="5995406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B5518F36-06AB-F83E-71CE-C68D5F5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61" y="6477105"/>
            <a:ext cx="554032" cy="27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DD7CB05-DB1B-4650-9601-5E3162A2AAF1}" type="slidenum">
              <a:rPr sz="1200" b="0" i="0" u="non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lt"/>
                <a:cs typeface="+mj-lt"/>
              </a:rPr>
              <a:t>‹#›</a:t>
            </a:fld>
            <a:r>
              <a:rPr sz="1200" b="0" i="0" u="non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lt"/>
                <a:cs typeface="+mj-lt"/>
              </a:rPr>
              <a:t>/3</a:t>
            </a:r>
          </a:p>
        </p:txBody>
      </p:sp>
      <p:pic>
        <p:nvPicPr>
          <p:cNvPr id="45" name="Resi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46fe401a7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5336" y="133201"/>
            <a:ext cx="1300088" cy="720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a52e69f12e04145" /><Relationship Type="http://schemas.openxmlformats.org/officeDocument/2006/relationships/image" Target="/ppt/media/image.jpeg" Id="R3c47910caa2c4d1e" /><Relationship Type="http://schemas.openxmlformats.org/officeDocument/2006/relationships/theme" Target="/ppt/slideMasters/theme/theme2.xml" Id="Rafe81a2b9751456c" /><Relationship Type="http://schemas.openxmlformats.org/officeDocument/2006/relationships/slideLayout" Target="/ppt/slideLayouts/slideLayout1.xml" Id="R42403c05e40c408f" /><Relationship Type="http://schemas.openxmlformats.org/officeDocument/2006/relationships/slideLayout" Target="/ppt/slideLayouts/slideLayout2.xml" Id="Rbb2845b3d30a4029" /><Relationship Type="http://schemas.openxmlformats.org/officeDocument/2006/relationships/slideLayout" Target="/ppt/slideLayouts/slideLayout3.xml" Id="R5a4f32d69ea44bd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aşlık Metni">
            <a:extLst xmlns:a="http://schemas.openxmlformats.org/drawingml/2006/main">
              <a:ext uri="{FF2B5EF4-FFF2-40B4-BE49-F238E27FC236}">
                <a16:creationId xmlns:a16="http://schemas.microsoft.com/office/drawing/2014/main" id="{3971DE41-5ECD-447A-8158-300DB6E29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2074"/>
            <a:ext cx="10972800" cy="150812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r>
              <a:t>Başlık Metni</a:t>
            </a:r>
          </a:p>
        </p:txBody>
      </p:sp>
      <p:sp>
        <p:nvSpPr>
          <p:cNvPr id="5" name="Gövde Düzeyi Bir…">
            <a:extLst xmlns:a="http://schemas.openxmlformats.org/drawingml/2006/main">
              <a:ext uri="{FF2B5EF4-FFF2-40B4-BE49-F238E27FC236}">
                <a16:creationId xmlns:a16="http://schemas.microsoft.com/office/drawing/2014/main" id="{EED0588C-001B-4C6E-81A2-A36E9DB78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2800" cy="525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r>
              <a:t>Gövde Düzeyi Bir</a:t>
            </a:r>
          </a:p>
          <a:p xmlns:a="http://schemas.openxmlformats.org/drawingml/2006/main">
            <a:pPr lvl="1">
              <a:buNone/>
            </a:pPr>
            <a:r>
              <a:t>Gövde Düzeyi İki</a:t>
            </a:r>
          </a:p>
          <a:p xmlns:a="http://schemas.openxmlformats.org/drawingml/2006/main">
            <a:pPr lvl="2">
              <a:buNone/>
            </a:pPr>
            <a:r>
              <a:t>Gövde Düzeyi Üç</a:t>
            </a:r>
          </a:p>
          <a:p xmlns:a="http://schemas.openxmlformats.org/drawingml/2006/main">
            <a:pPr lvl="3">
              <a:buNone/>
            </a:pPr>
            <a:r>
              <a:t>Gövde Düzeyi Dört</a:t>
            </a:r>
          </a:p>
          <a:p xmlns:a="http://schemas.openxmlformats.org/drawingml/2006/main">
            <a:pPr lvl="4">
              <a:buNone/>
            </a:pPr>
            <a:r>
              <a:t>Gövde Düzeyi Beş</a:t>
            </a:r>
          </a:p>
        </p:txBody>
      </p:sp>
      <p:sp>
        <p:nvSpPr>
          <p:cNvPr id="6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67FD7D12-AFD3-42B6-A259-EF83ADBAD4A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pic>
        <p:nvPicPr>
          <p:cNvPr id="12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2e69f12e04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351" y="5949279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3" name="Resim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7910caa2c4d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8328" y="2007000"/>
            <a:ext cx="5135344" cy="28440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403c05e40c408f"/>
    <p:sldLayoutId xmlns:r="http://schemas.openxmlformats.org/officeDocument/2006/relationships" id="2147483650" r:id="Rbb2845b3d30a4029"/>
    <p:sldLayoutId xmlns:r="http://schemas.openxmlformats.org/officeDocument/2006/relationships" id="2147483651" r:id="R5a4f32d69ea44bd7"/>
  </p:sldLayoutIdLst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783771" marR="0" indent="-326571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1219200" marR="0" indent="-3048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17373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21945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26517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31089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35661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40233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eaabc829d47e1" /><Relationship Type="http://schemas.openxmlformats.org/officeDocument/2006/relationships/notesSlide" Target="/ppt/notesSlides/notesSlide1.xml" Id="R3c16a6f09d85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cb9967a48e4bc9" /><Relationship Type="http://schemas.openxmlformats.org/officeDocument/2006/relationships/notesSlide" Target="/ppt/notesSlides/notesSlide2.xml" Id="R3f4b840bdbd0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2b8f8048f94659" /><Relationship Type="http://schemas.openxmlformats.org/officeDocument/2006/relationships/notesSlide" Target="/ppt/notesSlides/notesSlide3.xml" Id="R24232664280348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29738cc01b4166" /><Relationship Type="http://schemas.openxmlformats.org/officeDocument/2006/relationships/notesSlide" Target="/ppt/notesSlides/notesSlide4.xml" Id="Rf384e1382a5746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a961d0cfcd4334" /><Relationship Type="http://schemas.openxmlformats.org/officeDocument/2006/relationships/notesSlide" Target="/ppt/notesSlides/notesSlide5.xml" Id="Rec797c579ae743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78287c781c4119" /><Relationship Type="http://schemas.openxmlformats.org/officeDocument/2006/relationships/notesSlide" Target="/ppt/notesSlides/notesSlide6.xml" Id="R77511ff1cdd848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e61df33e31428b" /><Relationship Type="http://schemas.openxmlformats.org/officeDocument/2006/relationships/notesSlide" Target="/ppt/notesSlides/notesSlide7.xml" Id="R2617d42157f440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496a53acf249b5" /><Relationship Type="http://schemas.openxmlformats.org/officeDocument/2006/relationships/notesSlide" Target="/ppt/notesSlides/notesSlide8.xml" Id="R3b333a835e1c45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81808d0b5749c0" /><Relationship Type="http://schemas.openxmlformats.org/officeDocument/2006/relationships/notesSlide" Target="/ppt/notesSlides/notesSlide9.xml" Id="R7531e84ec85d49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c6aed479d54619" /><Relationship Type="http://schemas.openxmlformats.org/officeDocument/2006/relationships/notesSlide" Target="/ppt/notesSlides/notesSlide10.xml" Id="R7fb60f1bb3e341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extBox 1">
            <a:extLst xmlns:a="http://schemas.openxmlformats.org/drawingml/2006/main">
              <a:ext uri="{FF2B5EF4-FFF2-40B4-BE49-F238E27FC236}">
                <a16:creationId xmlns:a16="http://schemas.microsoft.com/office/drawing/2014/main" id="{0A96E3C0-C3AA-4954-A384-3DF378C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736" y="2699394"/>
            <a:ext cx="3652977" cy="1127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400" b="1">
                <a:latin typeface="Arial"/>
                <a:ea typeface="Arial"/>
                <a:cs typeface="Arial"/>
              </a:defRPr>
            </a:pPr>
            <a:r>
              <a:t>Dijital 5S Tetkik Sistemi</a:t>
            </a:r>
            <a:endParaRPr/>
          </a:p>
        </p:txBody>
      </p:sp>
      <p:sp>
        <p:nvSpPr>
          <p:cNvPr id="4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D48AB6-0D4B-46BF-8BE9-5FF48CC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735" y="3998595"/>
            <a:ext cx="3687075" cy="13234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latin typeface="Arial"/>
                <a:ea typeface="Arial"/>
                <a:cs typeface="Arial"/>
              </a:defRPr>
            </a:pPr>
            <a:r>
              <a:t>Pelin YENER</a:t>
            </a:r>
          </a:p>
          <a:p xmlns:a="http://schemas.openxmlformats.org/drawingml/2006/main">
            <a:pPr>
              <a:buNone/>
              <a:defRPr sz="2000">
                <a:latin typeface="Arial-Light"/>
                <a:ea typeface="Arial-Light"/>
                <a:cs typeface="Arial-Light"/>
              </a:defRPr>
            </a:pPr>
            <a:r>
              <a:t>ERP ve Çevresel Uygulamalar Müdürlüğü</a:t>
            </a:r>
          </a:p>
          <a:p xmlns:a="http://schemas.openxmlformats.org/drawingml/2006/main">
            <a:pPr>
              <a:buNone/>
              <a:defRPr sz="2000" i="1">
                <a:latin typeface="Arial"/>
                <a:ea typeface="Arial"/>
                <a:cs typeface="Arial"/>
              </a:defRPr>
            </a:pPr>
            <a:r>
              <a:t>29.08.2026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0072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5S; düzeni kalıcı bir çalışma biçimine dönüştürür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5S; çalışma alanını ayıklama, düzenleme, temizleme, standartlaştırma ve disiplini sürdürme yaklaşımıdır.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0D686D-1A5B-4F92-A78F-B1412170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AYIKLA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7DE142-94A6-4DF9-9B2F-177C18A1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19D89A-2BAD-4B16-BAAB-9A478F3D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DÜZENLE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271E19-A6A5-4556-A57A-C69608C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162812-59C9-43CA-BCD8-2728166A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TEMİZLE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A75C63-015F-4AFE-B93E-1D76414E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7902DA-1F64-43B0-91FB-BEC61E8C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STANDARTLAŞTIR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058212-FE01-4524-867C-B8DB40FA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C69D10-00C3-4632-A912-97AF170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SÜRDÜR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250A96-FC43-41DE-9A5B-87F418D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Amaç: güvenli, temiz, düzenli ve sürekli geliştirilen çalışma alanları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Proje, tetkik sürecini tek merkezde görünür kılar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Planlama, saha değerlendirmesi, fotoğraflı uygunsuzluk, düzeltme ve onay aynı akışta buluşur.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5FEDBA-9D9A-4511-980C-6339AFC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E3E1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DAĞINIK SÜREÇ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Kağıt listeler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Parçalı takip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Geciken geri bildirim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62AE0A-9EC1-4588-91F5-18917212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BFD24B-031D-4B38-9A65-1DC4D00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TEK MERKEZDEN YÖNETİM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Planla  •  Tetkik et  •  Belgele</a:t>
            </a:r>
          </a:p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Görevlendir  •  Onayla  •  Raporla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Kazanç yalnızca düzen değil; hız, güven ve izlenebilirliktir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Her müdürlük kendi alanını yönetirken global yönetici bütün resmi izler.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7BA0A8-93EC-4EF2-AB73-E01F1BFB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HIZ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Görev ve bildirimler anında ulaşır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B6F6A6-72A4-47A0-815B-ECD046E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ŞEFFAFLIK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Her adım ve sorumluluk görünürdür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943EE4-C765-4FA8-897F-9C1FB5F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KANIT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Fotoğraf ve açıklama birlikte saklanır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888D13-C958-424F-B312-18A7B7DB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TAKİP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Puanlar ve geçmiş tetkikler izlenir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Bir tetkik, kapatılmış bir iyileştirmeye dönüşür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QR ile başlayan saha kontrolü, yönetici onayıyla tamamlanan kapalı bir iyileştirme döngüsüdür.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3BF263-B6B1-4B86-9360-FB1B751F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1381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PLANLA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58C74-050B-49D4-9D8A-72C0A91F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92180D-E773-4CEB-BD85-E5260C1C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71750"/>
            <a:ext cx="1381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QR İLE BAŞLA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412CAE-3961-4393-925D-CF160617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35C445-88FE-4C29-A9CA-FFB82C5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0"/>
            <a:ext cx="1381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DEĞERLENDİR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97B106-BE40-4069-9717-D22BBF2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B525E7-1E78-4B88-AA25-37EAD1B0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381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UYGUNSUZLUĞU BELGELE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F59290-7007-4A68-AB0D-2C87E2D7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6A721C-5571-4024-8685-82E8F6A7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71750"/>
            <a:ext cx="1381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DÜZELT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FF4399-13F6-4711-B018-5CACDDAF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C6C20E-24F1-436E-AC92-EA5423FD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381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ONAYLA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4767FE-00E5-46D3-BA0E-78FB81A3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Sonuç: 100 puan üzerinden ölçülen, kanıtlı ve tamamlanmış tetkik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Yetki, müdürlük ve görev sınırları içinde ilerler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Her kullanıcı yalnızca sorumlu olduğu alanı ve görevi görür; global yönetici tüm sistemi yönetebilir.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B10DFE-18AA-44D3-849E-A9EEB81E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143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YÖNETİCİ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10F285-75D5-4089-A463-A8C00CE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143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MÜDÜRLÜK YÖNETİCİSİ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B94557-9094-4687-9FDD-BC578D2E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33875"/>
            <a:ext cx="2857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TETKİKÇİ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EDA114-8B2A-4B93-9E9A-0D8697AF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2857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5F054C-AE58-4FCE-9D05-94D1A1F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62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69E1F4-C273-495A-B104-A67FEEB2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E2C4EA-68A5-46B3-BFFE-F9C0016D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Yönetici süreci kurar, yönlendirir ve sonucu onaylar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Müdürlük yöneticisi kendi alanında kriter, plan, tetkikçi ve düzeltme kararlarından sorumludur.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478CFC-5EC0-4322-9A56-47CC702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KRİTERLER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Kendi alanının kontrol maddelerini oluşturur ve yönetir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1AE5CE-0DA4-4FCB-90D1-DCFFB71F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PLANLAMA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Tetkik tarihini ve tetkikçiyi belirler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74E415-EAB9-486F-BA6E-8E79C6C1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Düzeltme kanıtını onaylar veya gerekçeyle reddeder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Tetkikçi tespit eder; alan sorumlusu iyileştirir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Sahadaki tespit ile çözümün belgelenmesi iki ayrı sorumluluk olarak yönetilir.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3893C9-DE27-4380-9555-C5D6AA5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4476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TETKİKÇİ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QR kodla tetkiği açar</a:t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Uygun / Uygun Değil seçer</a:t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Fotoğraf ve açıklama ekler</a:t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Alan sorumlusunu atar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C5B23C-F879-4EB0-9598-68B024DF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3E1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Kendine atanan görevi görür</a:t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Uygunsuzluğu giderir</a:t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Açıklama ve sonrası fotoğrafı ekler</a:t>
            </a:r>
          </a:p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Yönetici onayına gönderir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B62037-32CB-41EF-AB14-5CC353D1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Bildirimler işi doğru kişiye, doğru zamanda taşır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Atama, son tarih, uygunsuzluk ve onay bekleyen işler kullanıcıların paneline düşer.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85CF56-9893-4261-9E92-4EFAC3A9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UYGUNSUZLUK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BİLDİRİMİ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A003A8-59CF-48F0-BF19-C11D6D95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347398-CAA8-4D24-B8BC-B274525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71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DÜZELTME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KANITI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A3DBCB-03F8-4F02-8075-45DD9D6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EF5AEA-389D-41DE-BAA2-4AD5D9F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YÖNETİCİ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İNCELEMESİ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21C636-CDD8-43EE-B839-B1E23C41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FCF802-D464-48C1-A9DD-13116B16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ONAY / RET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4A3427-B1DF-438B-8EA8-48C0F35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5535-53F4-46CA-8EEC-892B58DF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8754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KAPANIŞ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AE8060-D099-42BC-950E-A777082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Ret durumunda görev açıklamasıyla birlikte alan sorumlusuna geri döner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Sade kullanıcı deneyimi, güçlü bir dijital temel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Teknik ayrıntılar kullanıcıya yansımadan web, servis ve veritabanı birlikte çalışır.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E4F4BF-5FC8-4F1F-A89A-FAD64784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ARAYÜZ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D735D7-5C90-420D-ACCC-AF34BD3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+ Spring Boot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86D229-EA56-49D1-AE5F-DD0BCC69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VERİTABANI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50ABDC-457A-4300-892D-571D683E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GELİŞTİRME</a:t>
            </a:r>
          </a:p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VS Code • pgAdmin • GitHub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theme/theme1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2026-08-29T10:32:51.5630000Z</dcterms:created>
  <dcterms:modified xsi:type="dcterms:W3CDTF">2026-08-29T10:32:51.5630000Z</dcterms:modified>
</coreProperties>
</file>