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731c35c5f42b4" /><Relationship Type="http://schemas.openxmlformats.org/officeDocument/2006/relationships/extended-properties" Target="/docProps/app.xml" Id="R9d220993774c4e84" /><Relationship Type="http://schemas.openxmlformats.org/officeDocument/2006/relationships/officeDocument" Target="/ppt/presentation.xml" Id="R96f86693a7694c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505942f6c74f95"/>
  </p:sldMasterIdLst>
  <p:notesMasterIdLst>
    <p:notesMasterId xmlns:r="http://schemas.openxmlformats.org/officeDocument/2006/relationships" r:id="R3bdb6bf2884e410b"/>
  </p:notesMasterIdLst>
  <p:sldIdLst>
    <p:sldId xmlns:r="http://schemas.openxmlformats.org/officeDocument/2006/relationships" id="256" r:id="R81c9c3217dfe4a22"/>
    <p:sldId xmlns:r="http://schemas.openxmlformats.org/officeDocument/2006/relationships" id="257" r:id="Rc9f5805e6cb84eaf"/>
    <p:sldId xmlns:r="http://schemas.openxmlformats.org/officeDocument/2006/relationships" id="258" r:id="R78f263e606b04a9a"/>
    <p:sldId xmlns:r="http://schemas.openxmlformats.org/officeDocument/2006/relationships" id="259" r:id="R5ad02b5147dc4d9f"/>
    <p:sldId xmlns:r="http://schemas.openxmlformats.org/officeDocument/2006/relationships" id="260" r:id="R5a724d52a5ad4488"/>
    <p:sldId xmlns:r="http://schemas.openxmlformats.org/officeDocument/2006/relationships" id="261" r:id="Rdc20bde00c5e4341"/>
    <p:sldId xmlns:r="http://schemas.openxmlformats.org/officeDocument/2006/relationships" id="262" r:id="R4c30ad8c34a848f5"/>
    <p:sldId xmlns:r="http://schemas.openxmlformats.org/officeDocument/2006/relationships" id="263" r:id="R757875d7b46446df"/>
    <p:sldId xmlns:r="http://schemas.openxmlformats.org/officeDocument/2006/relationships" id="264" r:id="R345b5dc7a65a4b39"/>
    <p:sldId xmlns:r="http://schemas.openxmlformats.org/officeDocument/2006/relationships" id="265" r:id="R6e1a7d7bcdde44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a98b7da2a54844" /><Relationship Type="http://schemas.openxmlformats.org/officeDocument/2006/relationships/slideMaster" Target="/ppt/slideMasters/slideMaster1.xml" Id="R8a505942f6c74f95" /><Relationship Type="http://schemas.openxmlformats.org/officeDocument/2006/relationships/notesMaster" Target="/ppt/notesMasters/notesMaster1.xml" Id="R3bdb6bf2884e410b" /><Relationship Type="http://schemas.openxmlformats.org/officeDocument/2006/relationships/presProps" Target="/ppt/presProps.xml" Id="Re3fab5ee458d4e59" /><Relationship Type="http://schemas.openxmlformats.org/officeDocument/2006/relationships/viewProps" Target="/ppt/viewProps.xml" Id="R76d9f4cc9fb34437" /><Relationship Type="http://schemas.openxmlformats.org/officeDocument/2006/relationships/tableStyles" Target="/ppt/tableStyles.xml" Id="R47858b90eea34161" /><Relationship Type="http://schemas.openxmlformats.org/officeDocument/2006/relationships/slide" Target="/ppt/slides/slide1.xml" Id="R81c9c3217dfe4a22" /><Relationship Type="http://schemas.openxmlformats.org/officeDocument/2006/relationships/slide" Target="/ppt/slides/slide2.xml" Id="Rc9f5805e6cb84eaf" /><Relationship Type="http://schemas.openxmlformats.org/officeDocument/2006/relationships/slide" Target="/ppt/slides/slide3.xml" Id="R78f263e606b04a9a" /><Relationship Type="http://schemas.openxmlformats.org/officeDocument/2006/relationships/slide" Target="/ppt/slides/slide4.xml" Id="R5ad02b5147dc4d9f" /><Relationship Type="http://schemas.openxmlformats.org/officeDocument/2006/relationships/slide" Target="/ppt/slides/slide5.xml" Id="R5a724d52a5ad4488" /><Relationship Type="http://schemas.openxmlformats.org/officeDocument/2006/relationships/slide" Target="/ppt/slides/slide6.xml" Id="Rdc20bde00c5e4341" /><Relationship Type="http://schemas.openxmlformats.org/officeDocument/2006/relationships/slide" Target="/ppt/slides/slide7.xml" Id="R4c30ad8c34a848f5" /><Relationship Type="http://schemas.openxmlformats.org/officeDocument/2006/relationships/slide" Target="/ppt/slides/slide8.xml" Id="R757875d7b46446df" /><Relationship Type="http://schemas.openxmlformats.org/officeDocument/2006/relationships/slide" Target="/ppt/slides/slide9.xml" Id="R345b5dc7a65a4b39" /><Relationship Type="http://schemas.openxmlformats.org/officeDocument/2006/relationships/slide" Target="/ppt/slides/slide10.xml" Id="R6e1a7d7bcdde44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92c05f8cee47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6799cf1634f27" /><Relationship Type="http://schemas.openxmlformats.org/officeDocument/2006/relationships/notesMaster" Target="/ppt/notesMasters/notesMaster1.xml" Id="Ra92d7908c11245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9e54e912d24ccc" /><Relationship Type="http://schemas.openxmlformats.org/officeDocument/2006/relationships/notesMaster" Target="/ppt/notesMasters/notesMaster1.xml" Id="Rab16abb28c5a42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5d2054f2a44f84" /><Relationship Type="http://schemas.openxmlformats.org/officeDocument/2006/relationships/notesMaster" Target="/ppt/notesMasters/notesMaster1.xml" Id="Rd7e5b4d80a05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5b3a48eae4de7" /><Relationship Type="http://schemas.openxmlformats.org/officeDocument/2006/relationships/notesMaster" Target="/ppt/notesMasters/notesMaster1.xml" Id="R9b63af248d9445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5e29940e6d4871" /><Relationship Type="http://schemas.openxmlformats.org/officeDocument/2006/relationships/notesMaster" Target="/ppt/notesMasters/notesMaster1.xml" Id="R17437d5dfef548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b24f9291cc4305" /><Relationship Type="http://schemas.openxmlformats.org/officeDocument/2006/relationships/notesMaster" Target="/ppt/notesMasters/notesMaster1.xml" Id="R575d3148b6db43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beb33b29be4abb" /><Relationship Type="http://schemas.openxmlformats.org/officeDocument/2006/relationships/notesMaster" Target="/ppt/notesMasters/notesMaster1.xml" Id="Rc37e9836a6af4c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83937607904280" /><Relationship Type="http://schemas.openxmlformats.org/officeDocument/2006/relationships/notesMaster" Target="/ppt/notesMasters/notesMaster1.xml" Id="Rdc87bf5ef8e041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8061a154294007" /><Relationship Type="http://schemas.openxmlformats.org/officeDocument/2006/relationships/notesMaster" Target="/ppt/notesMasters/notesMaster1.xml" Id="R583f49c8cb284a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f7414a654f4f21" /><Relationship Type="http://schemas.openxmlformats.org/officeDocument/2006/relationships/notesMaster" Target="/ppt/notesMasters/notesMaster1.xml" Id="Re8a1c913a25c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Erdemir sunum şablonu</a:t>
            </a:r>
          </a:p>
          <a:p xmlns:a="http://schemas.openxmlformats.org/drawingml/2006/main">
            <a:r>
              <a:t>- 5S Dijital Tetkik Projesi Kanvası.docx</a:t>
            </a:r>
          </a:p>
          <a:p xmlns:a="http://schemas.openxmlformats.org/drawingml/2006/main">
            <a:r>
              <a:t>- Projedeki postgres/seed.sql başlangıç kullanıcı kayıtları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60ccaf3dc43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83c2f48a647ae" /><Relationship Type="http://schemas.openxmlformats.org/officeDocument/2006/relationships/image" Target="/ppt/media/image.png" Id="R820701bbaea54083" /><Relationship Type="http://schemas.openxmlformats.org/officeDocument/2006/relationships/image" Target="/ppt/media/image2.jpeg" Id="R126d5e04dcb044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bf2ee89c34fc4" /><Relationship Type="http://schemas.openxmlformats.org/officeDocument/2006/relationships/image" Target="/ppt/media/image.png" Id="R35758fa82d3e4982" /><Relationship Type="http://schemas.openxmlformats.org/officeDocument/2006/relationships/image" Target="/ppt/media/image3.jpeg" Id="R63f825a849a54973" /></Relationships>
</file>

<file path=ppt/slideLayouts/slideLayout1.xml><?xml version="1.0" encoding="utf-8"?>
<p:sldLayout xmlns:p="http://schemas.openxmlformats.org/presentationml/2006/main">
  <p:cSld name="Başlık Slaydı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C219C5DD-E786-4C23-8C62-F5022047101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>
  <p:cSld name="Başlık ve İçe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üz Bağlayıcı 6">
            <a:extLst xmlns:a="http://schemas.openxmlformats.org/drawingml/2006/main">
              <a:ext uri="{FF2B5EF4-FFF2-40B4-BE49-F238E27FC236}">
                <a16:creationId xmlns:a16="http://schemas.microsoft.com/office/drawing/2014/main" id="{6756AF42-2235-4DF0-8930-CDB9760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19935" y="836712"/>
            <a:ext cx="1" cy="5400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000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784467D8-4BF8-4E4F-B3CB-3173D98EA30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pic>
        <p:nvPicPr>
          <p:cNvPr id="28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701bbaea54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351" y="5949279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9" name="Resim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d5e04dcb0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473" y="2466012"/>
            <a:ext cx="3867758" cy="2142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>
  <p:cSld name="1_Başlık ve İçe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övde Düzeyi Bir…">
            <a:extLst xmlns:a="http://schemas.openxmlformats.org/drawingml/2006/main">
              <a:ext uri="{FF2B5EF4-FFF2-40B4-BE49-F238E27FC236}">
                <a16:creationId xmlns:a16="http://schemas.microsoft.com/office/drawing/2014/main" id="{53CF3CEE-CCC5-42BA-BC2D-E7C795718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1438" y="1486801"/>
            <a:ext cx="10129126" cy="4462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1pPr>
            <a:lvl2pPr marL="952500" indent="-495300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2pPr>
            <a:lvl3pPr marL="1184563" indent="-270163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3pPr>
            <a:lvl4pPr marL="1668779" indent="-297179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4pPr>
            <a:lvl5pPr marL="2178423" indent="-349623">
              <a:spcBef>
                <a:spcPts val="600"/>
              </a:spcBef>
              <a:buClr>
                <a:srgbClr val="FF0000"/>
              </a:buClr>
              <a:buChar char="&gt;"/>
              <a:defRPr sz="2600" b="1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r>
              <a:t>Gövde Düzeyi Bir</a:t>
            </a:r>
          </a:p>
          <a:p xmlns:a="http://schemas.openxmlformats.org/drawingml/2006/main">
            <a:pPr lvl="1">
              <a:buNone/>
            </a:pPr>
            <a:r>
              <a:t>Gövde Düzeyi İki</a:t>
            </a:r>
          </a:p>
          <a:p xmlns:a="http://schemas.openxmlformats.org/drawingml/2006/main">
            <a:pPr lvl="2">
              <a:buNone/>
            </a:pPr>
            <a:r>
              <a:t>Gövde Düzeyi Üç</a:t>
            </a:r>
          </a:p>
          <a:p xmlns:a="http://schemas.openxmlformats.org/drawingml/2006/main">
            <a:pPr lvl="3">
              <a:buNone/>
            </a:pPr>
            <a:r>
              <a:t>Gövde Düzeyi Dört</a:t>
            </a:r>
          </a:p>
          <a:p xmlns:a="http://schemas.openxmlformats.org/drawingml/2006/main">
            <a:pPr lvl="4">
              <a:buNone/>
            </a:pPr>
            <a:r>
              <a:t>Gövde Düzeyi Beş</a:t>
            </a:r>
          </a:p>
        </p:txBody>
      </p:sp>
      <p:sp>
        <p:nvSpPr>
          <p:cNvPr id="31" name="Başlık Metni">
            <a:extLst xmlns:a="http://schemas.openxmlformats.org/drawingml/2006/main">
              <a:ext uri="{FF2B5EF4-FFF2-40B4-BE49-F238E27FC236}">
                <a16:creationId xmlns:a16="http://schemas.microsoft.com/office/drawing/2014/main" id="{8236A7C7-AB66-4E55-B810-4BD9B9D59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28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Başlık Metni</a:t>
            </a:r>
          </a:p>
        </p:txBody>
      </p:sp>
      <p:sp>
        <p:nvSpPr>
          <p:cNvPr id="33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1609F8AF-D38A-4826-A937-5DD71FC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13" y="6454459"/>
            <a:ext cx="1" cy="40354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72FA1B-C9E2-4E99-9559-80A6D08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33" y="6477105"/>
            <a:ext cx="739762" cy="22698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>
            <a:spAutoFit/>
          </a:bodyPr>
          <a:lstStyle xmlns:a="http://schemas.openxmlformats.org/drawingml/2006/main">
            <a:lvl1pPr>
              <a:buNone/>
              <a:defRPr sz="1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12.10.2020</a:t>
            </a:r>
          </a:p>
        </p:txBody>
      </p:sp>
      <p:sp>
        <p:nvSpPr>
          <p:cNvPr id="35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B4A07E15-7309-4455-850A-E04C7200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04875"/>
            <a:ext cx="10566401" cy="1589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A6A6A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58fa82d3e49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5999" y="5995406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B5518F36-06AB-F83E-71CE-C68D5F5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61" y="6477105"/>
            <a:ext cx="554032" cy="27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DD7CB05-DB1B-4650-9601-5E3162A2AAF1}" type="slidenum">
              <a:rPr sz="1200" b="0" i="0" u="non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lt"/>
                <a:cs typeface="+mj-lt"/>
              </a:rPr>
              <a:t>‹#›</a:t>
            </a:fld>
            <a:r>
              <a:rPr sz="1200" b="0" i="0" u="non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lt"/>
                <a:cs typeface="+mj-lt"/>
              </a:rPr>
              <a:t>/3</a:t>
            </a:r>
          </a:p>
        </p:txBody>
      </p:sp>
      <p:pic>
        <p:nvPicPr>
          <p:cNvPr id="45" name="Resi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825a849a549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5336" y="133201"/>
            <a:ext cx="1300088" cy="7200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87993485aa1457f" /><Relationship Type="http://schemas.openxmlformats.org/officeDocument/2006/relationships/image" Target="/ppt/media/image.jpeg" Id="Rbe2be670e8954fa1" /><Relationship Type="http://schemas.openxmlformats.org/officeDocument/2006/relationships/theme" Target="/ppt/slideMasters/theme/theme2.xml" Id="R252001177cf54045" /><Relationship Type="http://schemas.openxmlformats.org/officeDocument/2006/relationships/slideLayout" Target="/ppt/slideLayouts/slideLayout1.xml" Id="Reacc9f8698004004" /><Relationship Type="http://schemas.openxmlformats.org/officeDocument/2006/relationships/slideLayout" Target="/ppt/slideLayouts/slideLayout2.xml" Id="Reb305425cc8b4597" /><Relationship Type="http://schemas.openxmlformats.org/officeDocument/2006/relationships/slideLayout" Target="/ppt/slideLayouts/slideLayout3.xml" Id="R05ddd62a8a44457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aşlık Metni">
            <a:extLst xmlns:a="http://schemas.openxmlformats.org/drawingml/2006/main">
              <a:ext uri="{FF2B5EF4-FFF2-40B4-BE49-F238E27FC236}">
                <a16:creationId xmlns:a16="http://schemas.microsoft.com/office/drawing/2014/main" id="{3971DE41-5ECD-447A-8158-300DB6E29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2074"/>
            <a:ext cx="10972800" cy="150812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r>
              <a:t>Başlık Metni</a:t>
            </a:r>
          </a:p>
        </p:txBody>
      </p:sp>
      <p:sp>
        <p:nvSpPr>
          <p:cNvPr id="5" name="Gövde Düzeyi Bir…">
            <a:extLst xmlns:a="http://schemas.openxmlformats.org/drawingml/2006/main">
              <a:ext uri="{FF2B5EF4-FFF2-40B4-BE49-F238E27FC236}">
                <a16:creationId xmlns:a16="http://schemas.microsoft.com/office/drawing/2014/main" id="{EED0588C-001B-4C6E-81A2-A36E9DB78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0"/>
            <a:ext cx="10972800" cy="5257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r>
              <a:t>Gövde Düzeyi Bir</a:t>
            </a:r>
          </a:p>
          <a:p xmlns:a="http://schemas.openxmlformats.org/drawingml/2006/main">
            <a:pPr lvl="1">
              <a:buNone/>
            </a:pPr>
            <a:r>
              <a:t>Gövde Düzeyi İki</a:t>
            </a:r>
          </a:p>
          <a:p xmlns:a="http://schemas.openxmlformats.org/drawingml/2006/main">
            <a:pPr lvl="2">
              <a:buNone/>
            </a:pPr>
            <a:r>
              <a:t>Gövde Düzeyi Üç</a:t>
            </a:r>
          </a:p>
          <a:p xmlns:a="http://schemas.openxmlformats.org/drawingml/2006/main">
            <a:pPr lvl="3">
              <a:buNone/>
            </a:pPr>
            <a:r>
              <a:t>Gövde Düzeyi Dört</a:t>
            </a:r>
          </a:p>
          <a:p xmlns:a="http://schemas.openxmlformats.org/drawingml/2006/main">
            <a:pPr lvl="4">
              <a:buNone/>
            </a:pPr>
            <a:r>
              <a:t>Gövde Düzeyi Beş</a:t>
            </a:r>
          </a:p>
        </p:txBody>
      </p:sp>
      <p:sp>
        <p:nvSpPr>
          <p:cNvPr id="6" name="Slayt Numarası">
            <a:extLst xmlns:a="http://schemas.openxmlformats.org/drawingml/2006/main">
              <a:ext uri="{FF2B5EF4-FFF2-40B4-BE49-F238E27FC236}">
                <a16:creationId xmlns:a16="http://schemas.microsoft.com/office/drawing/2014/main" id="{67FD7D12-AFD3-42B6-A259-EF83ADBAD4A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pic>
        <p:nvPicPr>
          <p:cNvPr id="12" name="Resi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993485aa145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351" y="5949279"/>
            <a:ext cx="2340001" cy="7086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3" name="Resim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be670e8954f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8328" y="2007000"/>
            <a:ext cx="5135344" cy="28440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c9f8698004004"/>
    <p:sldLayoutId xmlns:r="http://schemas.openxmlformats.org/officeDocument/2006/relationships" id="2147483650" r:id="Reb305425cc8b4597"/>
    <p:sldLayoutId xmlns:r="http://schemas.openxmlformats.org/officeDocument/2006/relationships" id="2147483651" r:id="R05ddd62a8a444575"/>
  </p:sldLayoutIdLst>
  <p:txStyles>
    <p:title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2pPr>
      <a:lvl3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3pPr>
      <a:lvl4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4pPr>
      <a:lvl5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5pPr>
      <a:lvl6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6pPr>
      <a:lvl7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7pPr>
      <a:lvl8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8pPr>
      <a:lvl9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9pPr>
    </p:titleStyle>
    <p:bodyStyle>
      <a:lvl1pPr xmlns:a="http://schemas.openxmlformats.org/drawingml/2006/main" marL="342900" marR="0" indent="-3429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L="783771" marR="0" indent="-326571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2pPr>
      <a:lvl3pPr xmlns:a="http://schemas.openxmlformats.org/drawingml/2006/main" marL="1219200" marR="0" indent="-3048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3pPr>
      <a:lvl4pPr xmlns:a="http://schemas.openxmlformats.org/drawingml/2006/main" marL="17373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4pPr>
      <a:lvl5pPr xmlns:a="http://schemas.openxmlformats.org/drawingml/2006/main" marL="21945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5pPr>
      <a:lvl6pPr xmlns:a="http://schemas.openxmlformats.org/drawingml/2006/main" marL="26517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6pPr>
      <a:lvl7pPr xmlns:a="http://schemas.openxmlformats.org/drawingml/2006/main" marL="31089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7pPr>
      <a:lvl8pPr xmlns:a="http://schemas.openxmlformats.org/drawingml/2006/main" marL="35661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8pPr>
      <a:lvl9pPr xmlns:a="http://schemas.openxmlformats.org/drawingml/2006/main" marL="40233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j-lt"/>
          <a:ea typeface="+mj-lt"/>
          <a:cs typeface="+mj-lt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e8b8c76284c6d" /><Relationship Type="http://schemas.openxmlformats.org/officeDocument/2006/relationships/notesSlide" Target="/ppt/notesSlides/notesSlide1.xml" Id="Rc3a7f7e5626f41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ba7f9c1a884997" /><Relationship Type="http://schemas.openxmlformats.org/officeDocument/2006/relationships/notesSlide" Target="/ppt/notesSlides/notesSlide2.xml" Id="Rb4c14a98b567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5a0a37c4294f0b" /><Relationship Type="http://schemas.openxmlformats.org/officeDocument/2006/relationships/notesSlide" Target="/ppt/notesSlides/notesSlide3.xml" Id="R0dd4ade042f844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3ae29e35964bad" /><Relationship Type="http://schemas.openxmlformats.org/officeDocument/2006/relationships/notesSlide" Target="/ppt/notesSlides/notesSlide4.xml" Id="R887e50692a7b4f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6b5de5be15492c" /><Relationship Type="http://schemas.openxmlformats.org/officeDocument/2006/relationships/notesSlide" Target="/ppt/notesSlides/notesSlide5.xml" Id="R1ac22ef7e24740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e3129270f44460" /><Relationship Type="http://schemas.openxmlformats.org/officeDocument/2006/relationships/notesSlide" Target="/ppt/notesSlides/notesSlide6.xml" Id="Rbdc60cba500845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fd1262a2384512" /><Relationship Type="http://schemas.openxmlformats.org/officeDocument/2006/relationships/notesSlide" Target="/ppt/notesSlides/notesSlide7.xml" Id="R4728499612c74a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422646c464d449d" /><Relationship Type="http://schemas.openxmlformats.org/officeDocument/2006/relationships/notesSlide" Target="/ppt/notesSlides/notesSlide8.xml" Id="R43cddf6d8adb43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d3f3eb48a643c3" /><Relationship Type="http://schemas.openxmlformats.org/officeDocument/2006/relationships/notesSlide" Target="/ppt/notesSlides/notesSlide9.xml" Id="R0f03ff607e9444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025a1766b944f4" /><Relationship Type="http://schemas.openxmlformats.org/officeDocument/2006/relationships/notesSlide" Target="/ppt/notesSlides/notesSlide10.xml" Id="R2bc12453df4f49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extBox 1">
            <a:extLst xmlns:a="http://schemas.openxmlformats.org/drawingml/2006/main">
              <a:ext uri="{FF2B5EF4-FFF2-40B4-BE49-F238E27FC236}">
                <a16:creationId xmlns:a16="http://schemas.microsoft.com/office/drawing/2014/main" id="{0A96E3C0-C3AA-4954-A384-3DF378C8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736" y="2699394"/>
            <a:ext cx="3652977" cy="1127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400" b="1">
                <a:latin typeface="Arial"/>
                <a:ea typeface="Arial"/>
                <a:cs typeface="Arial"/>
              </a:defRPr>
            </a:pPr>
            <a:r>
              <a:t>Dijital 5S Tetkik Sistemi</a:t>
            </a:r>
            <a:endParaRPr/>
          </a:p>
        </p:txBody>
      </p:sp>
      <p:sp>
        <p:nvSpPr>
          <p:cNvPr id="4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D48AB6-0D4B-46BF-8BE9-5FF48CC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735" y="3998595"/>
            <a:ext cx="3687075" cy="13234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1">
                <a:latin typeface="Arial"/>
                <a:ea typeface="Arial"/>
                <a:cs typeface="Arial"/>
              </a:defRPr>
            </a:pPr>
            <a:r>
              <a:t>Pelin YENER</a:t>
            </a:r>
          </a:p>
          <a:p xmlns:a="http://schemas.openxmlformats.org/drawingml/2006/main">
            <a:pPr>
              <a:buNone/>
              <a:defRPr sz="2000">
                <a:latin typeface="Arial-Light"/>
                <a:ea typeface="Arial-Light"/>
                <a:cs typeface="Arial-Light"/>
              </a:defRPr>
            </a:pPr>
            <a:r>
              <a:t>ERP ve Çevresel Uygulamalar Müdürlüğü</a:t>
            </a:r>
          </a:p>
          <a:p xmlns:a="http://schemas.openxmlformats.org/drawingml/2006/main">
            <a:pPr>
              <a:buNone/>
              <a:defRPr sz="2000" i="1">
                <a:latin typeface="Arial"/>
                <a:ea typeface="Arial"/>
                <a:cs typeface="Arial"/>
              </a:defRPr>
            </a:pPr>
            <a:r>
              <a:t>29.08.2026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00729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5S nedir?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5S; çalışma alanını daha güvenli, düzenli ve verimli hâle getiren, iyileştirmeyi kalıcılaştıran bir yönetim yaklaşımıdır.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EC1449-0788-45F4-843E-54B4CE69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AYIKLA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0A9E14-BD17-483D-8507-398FCEC1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C9DF97-D16C-45A0-B64D-4997E511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DÜZENLE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CFC5CA-7816-4CC2-865C-9A068BD9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572478-4A92-4E6B-8869-235343F2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TEMİZLE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DB4C81-498C-4F04-B028-9A016305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B0012A-6370-4650-932D-250B0BE7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STANDARTLAŞTIR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2C6ACC-78EF-4041-B293-86C18D1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4BB86B-9AA7-498D-AC1A-F4EEBB12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SÜRDÜR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78207C-CC23-464A-B3EB-3B1C52DD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Amaç: güvenli, temiz, düzenli ve sürekli geliştirilen çalışma alanları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Neden bu projeye ihtiyaç duyuldu?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Kağıt ve dağınık dosyalarla yürüyen tetkiklerde görev, kanıt, süre ve sonuç takibini tek noktadan yapmak zordu.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D05415-AAEC-45F8-A0E1-47761047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30003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E3E1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MEVCUT SORUN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Kağıt / Excel takibi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Dağınık fotoğraf ve kayıtlar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Geciken görev ve onaylar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Alan bazlı görünürlük eksikliği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60FD5C-87AB-4B14-933B-91281CD1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F74CCC-18DE-40D1-AE63-5EAB42A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38375"/>
            <a:ext cx="52863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İHTİYAÇ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Tek merkezden planlanan, sorumlusu belli,</a:t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fotoğrafla kanıtlanan ve sonucu 100 puan</a:t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üzerinden ölçülen dijital bir tetkik süreci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ERP ve Çevresel Uygulamalara katkısı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Sistem; tetkik verisini standartlaştırır, iyileştirme takibini hızlandırır ve yönetime güvenilir bir izleme altyapısı sağlar.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6A6DFD-8852-49AE-9405-805BE847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STANDARDİZASYON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Müdürlüklerde ortak tetkik dili ve kayıt düzeni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91C207-2245-495B-8D09-C37455E5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İZLENEBİLİRLİK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Kriterden kapanışa kadar zaman ve sorumluluk kaydı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415C99-7F6C-465B-9730-44C8FED6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KARAR DESTEĞİ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puanları, geçmiş sonuçlar ve açık görevler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0A5954-FA8B-47F0-A3FA-F39BAB38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SÜREKLİ İYİLEŞTİRME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Tekrarlayan uygunsuzlukları görme ve önlem alma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Geliştirdiğim çözüm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Rol ve müdürlük bazlı çalışan web sistemi; tetkiki planlamadan uygunsuzluğun kapanışına kadar bütün süreci birleştirir.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463198-BE2F-4346-878A-344B2CB0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BAZLI YÖNETİM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Her müdürlük kendi kriter, kullanıcı ve sonuçlarını görür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E8CCEB-2413-4151-B0C3-9AD27B5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MOBİL TETKİK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ile açılan kriterler Uygun / Uygun Değil olarak değerlendirilir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5C4E4E-C11F-4451-83DB-854EDD29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KANITLI DÜZELTME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Öncesi-sonrası fotoğrafı, açıklama, bildirim ve onay birlikte tutulur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Çözüm nasıl çalışıyor?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Her adım doğru kullanıcıya atanır; QR, fotoğraf, açıklama, bildirim ve onay kayıtları aynı süreçte ilerler.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6845D4-6556-4382-9471-D23ED13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Yönetici kriteri, dönemi ve tetkikçiyi tanımlar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062875-C370-4009-8779-B0923EE6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581994-6EB3-42F1-9B31-DEE4874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33625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SAHA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Tetkikçi QR ile kontrolü açar ve sonucu kaydeder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047172-6DD9-4329-8F36-43D115E2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95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9F3CC1-C502-4A59-A51A-E27EC8CE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DÜZELTME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sorumlusu açıklama ve fotoğrafla çözümü belgeler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7F410F-981F-4047-A2F7-A11AEFBB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95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3F62C1-B0E0-49CA-A282-D5F25D57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Yönetici kanıtı onaylar veya gerekçeyle iade eder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Uçtan uca iş akışı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Tetkik, sahadaki kontrolden başlayarak kanıtlı düzeltme ve yönetici kararıyla tamamlanan kapalı bir döngüdür.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A37BD8-B731-4808-ACBF-E909DCD5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KRİTER VE PLAN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D8923F-D5B6-4D9B-98E0-7B415433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7DC69A-3220-4D6D-9CC2-0824832A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QR İLE BAŞLA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585EC9-F209-4CA3-98C6-5DF2A459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759963-BEB2-46CC-A38E-11541DDA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UYGUN / UYGUN DEĞİL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CF3290-E02E-4DCF-8818-E24DD273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93E3A6-6A79-4E0C-8950-255F773C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FOTOĞRAFLA VE ATA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408E24-5781-40B7-A4B2-6F9899E6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56B800-9A4D-420D-81CC-FC5F9773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DÜZELT VE BELGELE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D5BB0E-D495-4D8E-90A9-F4A463E8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2707CE-4EDD-45B6-812A-AB350A6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ONAYLA / İADE 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CE3364-9B20-4A06-BE10-936C30E8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Onaylanan düzeltme veritabanına kaydedilir ve tetkik tamamlanır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 ve sorumluluklar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Her rol yalnızca kendi görevini ve sorumlu olduğu müdürlüğü görür; global yönetici tüm sistemi izleyebilir.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C9B3A4-169B-4135-9C11-E0436DF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YÖNETİCİ — tüm kayıtlar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1D39E8-A450-4F5D-9E27-2E8330DF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MÜDÜRLÜK YÖNETİCİSİ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Kriter oluşturur • planlar • tetkikçiyi atar • kapanışı onaylar / reddeder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AD8499-BEBE-4969-A62C-2EFDB68B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8612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E3E1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TETKİKÇİ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Atanmış tetkikleri görür • QR okutur • Uygun / Uygun Değil seçer • fotoğraf ekler • alan sorumlusunu atar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975C8D-B9DC-4956-9A35-29500352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SORUMLUSU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Yalnızca kendi alanındaki açık görevleri görür • düzeltir • açıklama ve kapanış fotoğrafı ekler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313B06-9E99-4399-8158-666EAD40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479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1251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1251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Kullanılan teknolojiler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Kullanıcı arayüzü, iş kurallarını yöneten servis ve kalıcı veri katmanı birlikte çalışan bir yapı olarak geliştirildi.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210E47-5380-4FC1-8DAB-72C7512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FRONTEND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React + TypeScript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Kullanıcı arayüzü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FF8D9F-FC9A-41FB-B085-69318C06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251B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+ Spring Boot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Yetki ve iş akışları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0F95CC-90F1-438E-A60B-B173890C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VERİTABANI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Kalıcı kayıt ve raporlama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B2AB02-3C31-49B6-BD6B-A6117683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476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ARAÇLAR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VS Code • pgAdmin • GitHub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Geliştirme ve sürüm yönetimi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 5">
            <a:extLst xmlns:a="http://schemas.openxmlformats.org/drawingml/2006/main">
              <a:ext uri="{FF2B5EF4-FFF2-40B4-BE49-F238E27FC236}">
                <a16:creationId xmlns:a16="http://schemas.microsoft.com/office/drawing/2014/main" id="{2BE998D1-DB35-4DE7-8189-FF3ABBDE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331200"/>
            <a:ext cx="8328391" cy="522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Sistemde tanımlı kullanıcılar</a:t>
            </a:r>
            <a:endParaRPr/>
          </a:p>
        </p:txBody>
      </p:sp>
      <p:sp>
        <p:nvSpPr>
          <p:cNvPr id="52" name="İçerik Yer Tutucusu 3">
            <a:extLst xmlns:a="http://schemas.openxmlformats.org/drawingml/2006/main">
              <a:ext uri="{FF2B5EF4-FFF2-40B4-BE49-F238E27FC236}">
                <a16:creationId xmlns:a16="http://schemas.microsoft.com/office/drawing/2014/main" id="{C35F4350-5FAC-4ABB-B59E-72FA54088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1190625"/>
            <a:ext cx="895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Başlangıç verisinde bir global yönetici, bir tetkikçi ve sekiz alan sorumlusu kullanıcısı tanımlanmıştır.</a:t>
            </a:r>
            <a:endParaRPr/>
          </a:p>
        </p:txBody>
      </p:sp>
      <p:sp>
        <p:nvSpPr>
          <p:cNvPr id="2" name="Metin kutusu 1">
            <a:extLst xmlns:a="http://schemas.openxmlformats.org/drawingml/2006/main">
              <a:ext uri="{FF2B5EF4-FFF2-40B4-BE49-F238E27FC236}">
                <a16:creationId xmlns:a16="http://schemas.microsoft.com/office/drawing/2014/main" id="{C79523BB-28C3-CC48-921E-3D91171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6492240"/>
            <a:ext cx="557784" cy="36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ctr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10/10</a:t>
            </a:r>
            <a:endParaRPr sz="1800" b="0" i="0" u="none" cap="none" spc="0" baseline="0">
              <a:ln>
                <a:noFill/>
              </a:ln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5BC78C-8B98-4662-A77E-01003F75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E3E1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YÖNETİM VE TETKİK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Sistem Yöneticisi — admin@erdemir.com.tr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Global yönetici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Demo Tetkikçi — tetkikci@erdemir.com.tr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Tetkikçi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Sıcak Haddehane Alan Yöneticisi — sorumlu@erdemir.com.tr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sorumlusu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Çelikhane Alan Yöneticisi — sorumlu2@erdemir.com.tr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sorumlusu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A4C2CC-64BA-4663-BEC2-DDC36A7D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4787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125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ALAN SORUMLULARI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Pelin Yener — pelin.yener@erdemir.com.tr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Nazar Uludağ — nazar.uludag@erdemir.com.tr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Ceyda Ankara — ceyda.ankara@erdemir.com.tr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Ozan Türkekul — ozan.turkekul@erdemir.com.tr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Hayati Can Aydın — hayati.can.aydin@erdemir.com.tr</a:t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Özcan Kesici — ozcan.kesici@erdemir.com.tr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Rol: Alan sorumlusu</a:t>
            </a:r>
          </a:p>
        </p:txBody>
      </p:sp>
    </p:spTree>
    <p:extLst>
      <p:ext uri="{BB962C8B-B14F-4D97-AF65-F5344CB8AC3E}">
        <p14:creationId xmlns:p14="http://schemas.microsoft.com/office/powerpoint/2010/main" val="200589552"/>
      </p:ext>
    </p:extLst>
  </p:cSld>
</p:sld>
</file>

<file path=ppt/theme/theme1.xml><?xml version="1.0" encoding="utf-8"?>
<a:theme xmlns:a="http://schemas.openxmlformats.org/drawingml/2006/main" name="Ofis Teması">
  <a:themeElements>
    <a:clrScheme name="Ofis Teması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is Teması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is Teması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2026-08-29T19:37:05.6620000Z</dcterms:created>
  <dcterms:modified xsi:type="dcterms:W3CDTF">2026-08-29T19:37:05.6620000Z</dcterms:modified>
</coreProperties>
</file>